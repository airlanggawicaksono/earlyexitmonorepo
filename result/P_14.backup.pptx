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Gowun Batang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GowunBatang-bold.fntdata"/><Relationship Id="rId27" Type="http://schemas.openxmlformats.org/officeDocument/2006/relationships/font" Target="fonts/GowunBatang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ce7e7b240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ce7e7b240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ce7e7b2406_2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ce7e7b2406_2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d60bbfd9e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d60bbfd9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e11765e5b4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e11765e5b4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eca93ad66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eca93ad6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ee9a8d74a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ee9a8d74a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eca93ad660_6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eca93ad660_6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eca93ad660_6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eca93ad660_6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eca93ad660_6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eca93ad660_6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ee9a8d74a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ee9a8d74a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eca93ad660_6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eca93ad660_6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eca93ad660_6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eca93ad660_6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eca93ad660_6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eca93ad660_6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eca93ad660_6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eca93ad660_6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eca93ad660_6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eca93ad660_6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eca93ad660_6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eca93ad660_6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ee9a8d74a3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ee9a8d74a3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d83d4d7581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d83d4d7581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eca93ad660_6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eca93ad660_6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d60bbfd9e1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d60bbfd9e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Terus sampaikan di meeting kalau Kita aim untuk submit ke Asplos, deadline Augustus.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e336cba11c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e336cba11c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Terus sampaikan di meeting kalau Kita aim untuk submit ke Asplos, deadline Augustus.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with header and footer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body"/>
          </p:nvPr>
        </p:nvSpPr>
        <p:spPr>
          <a:xfrm>
            <a:off x="228600" y="2856025"/>
            <a:ext cx="1889400" cy="6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2" type="body"/>
          </p:nvPr>
        </p:nvSpPr>
        <p:spPr>
          <a:xfrm>
            <a:off x="228600" y="1680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2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title"/>
          </p:nvPr>
        </p:nvSpPr>
        <p:spPr>
          <a:xfrm>
            <a:off x="228600" y="1909750"/>
            <a:ext cx="6232800" cy="9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5" name="Google Shape;15;p2"/>
          <p:cNvSpPr txBox="1"/>
          <p:nvPr>
            <p:ph idx="4" type="body"/>
          </p:nvPr>
        </p:nvSpPr>
        <p:spPr>
          <a:xfrm>
            <a:off x="2400300" y="2856025"/>
            <a:ext cx="1889400" cy="6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5" type="body"/>
          </p:nvPr>
        </p:nvSpPr>
        <p:spPr>
          <a:xfrm>
            <a:off x="2400300" y="1680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6" type="body"/>
          </p:nvPr>
        </p:nvSpPr>
        <p:spPr>
          <a:xfrm>
            <a:off x="4572000" y="1680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7" type="body"/>
          </p:nvPr>
        </p:nvSpPr>
        <p:spPr>
          <a:xfrm>
            <a:off x="6743700" y="1680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9" name="Google Shape;19;p2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144">
          <p15:clr>
            <a:srgbClr val="E46962"/>
          </p15:clr>
        </p15:guide>
        <p15:guide id="4" pos="1512">
          <p15:clr>
            <a:srgbClr val="E46962"/>
          </p15:clr>
        </p15:guide>
        <p15:guide id="5" pos="4248">
          <p15:clr>
            <a:srgbClr val="E46962"/>
          </p15:clr>
        </p15:guide>
        <p15:guide id="6" pos="5616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3"/>
          <p:cNvSpPr txBox="1"/>
          <p:nvPr>
            <p:ph type="title"/>
          </p:nvPr>
        </p:nvSpPr>
        <p:spPr>
          <a:xfrm>
            <a:off x="228600" y="1909750"/>
            <a:ext cx="6232800" cy="9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cxnSp>
        <p:nvCxnSpPr>
          <p:cNvPr id="23" name="Google Shape;23;p3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228600" y="2866225"/>
            <a:ext cx="6232800" cy="6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144">
          <p15:clr>
            <a:srgbClr val="E46962"/>
          </p15:clr>
        </p15:guide>
        <p15:guide id="4" pos="1512">
          <p15:clr>
            <a:srgbClr val="E46962"/>
          </p15:clr>
        </p15:guide>
        <p15:guide id="5" pos="4248">
          <p15:clr>
            <a:srgbClr val="E46962"/>
          </p15:clr>
        </p15:guide>
        <p15:guide id="6" pos="5616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1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28600" y="2856025"/>
            <a:ext cx="1889400" cy="6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4"/>
          <p:cNvSpPr txBox="1"/>
          <p:nvPr>
            <p:ph type="title"/>
          </p:nvPr>
        </p:nvSpPr>
        <p:spPr>
          <a:xfrm>
            <a:off x="228600" y="1909750"/>
            <a:ext cx="6232800" cy="9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cxnSp>
        <p:nvCxnSpPr>
          <p:cNvPr id="29" name="Google Shape;29;p4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144">
          <p15:clr>
            <a:srgbClr val="E46962"/>
          </p15:clr>
        </p15:guide>
        <p15:guide id="4" pos="1512">
          <p15:clr>
            <a:srgbClr val="E46962"/>
          </p15:clr>
        </p15:guide>
        <p15:guide id="5" pos="4248">
          <p15:clr>
            <a:srgbClr val="E46962"/>
          </p15:clr>
        </p15:guide>
        <p15:guide id="6" pos="5616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dex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" name="Google Shape;32;p5"/>
          <p:cNvSpPr txBox="1"/>
          <p:nvPr>
            <p:ph idx="1" type="subTitle"/>
          </p:nvPr>
        </p:nvSpPr>
        <p:spPr>
          <a:xfrm>
            <a:off x="228600" y="167750"/>
            <a:ext cx="5257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34" name="Google Shape;34;p5"/>
          <p:cNvCxnSpPr/>
          <p:nvPr/>
        </p:nvCxnSpPr>
        <p:spPr>
          <a:xfrm>
            <a:off x="228600" y="478125"/>
            <a:ext cx="8686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" name="Google Shape;35;p5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3456">
          <p15:clr>
            <a:srgbClr val="E46962"/>
          </p15:clr>
        </p15:guide>
        <p15:guide id="2" pos="4752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ate sheet" type="tx">
  <p:cSld name="TITLE_AND_BOD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" name="Google Shape;38;p6"/>
          <p:cNvSpPr txBox="1"/>
          <p:nvPr>
            <p:ph type="title"/>
          </p:nvPr>
        </p:nvSpPr>
        <p:spPr>
          <a:xfrm>
            <a:off x="229450" y="164350"/>
            <a:ext cx="8686800" cy="4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2" type="subTitle"/>
          </p:nvPr>
        </p:nvSpPr>
        <p:spPr>
          <a:xfrm>
            <a:off x="228600" y="1213525"/>
            <a:ext cx="27282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41" name="Google Shape;41;p6"/>
          <p:cNvSpPr txBox="1"/>
          <p:nvPr>
            <p:ph idx="3" type="subTitle"/>
          </p:nvPr>
        </p:nvSpPr>
        <p:spPr>
          <a:xfrm>
            <a:off x="3207900" y="1213525"/>
            <a:ext cx="27282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42" name="Google Shape;42;p6"/>
          <p:cNvSpPr txBox="1"/>
          <p:nvPr>
            <p:ph idx="4" type="subTitle"/>
          </p:nvPr>
        </p:nvSpPr>
        <p:spPr>
          <a:xfrm>
            <a:off x="6187200" y="1213525"/>
            <a:ext cx="27282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cxnSp>
        <p:nvCxnSpPr>
          <p:cNvPr id="43" name="Google Shape;43;p6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with footer" type="twoColTx">
  <p:cSld name="TITLE_AND_TWO_COLUMN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" type="body"/>
          </p:nvPr>
        </p:nvSpPr>
        <p:spPr>
          <a:xfrm>
            <a:off x="22945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2" type="subTitle"/>
          </p:nvPr>
        </p:nvSpPr>
        <p:spPr>
          <a:xfrm>
            <a:off x="22945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49" name="Google Shape;49;p7"/>
          <p:cNvSpPr txBox="1"/>
          <p:nvPr>
            <p:ph idx="3" type="body"/>
          </p:nvPr>
        </p:nvSpPr>
        <p:spPr>
          <a:xfrm>
            <a:off x="315580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4" type="subTitle"/>
          </p:nvPr>
        </p:nvSpPr>
        <p:spPr>
          <a:xfrm>
            <a:off x="315580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51" name="Google Shape;51;p7"/>
          <p:cNvSpPr txBox="1"/>
          <p:nvPr>
            <p:ph idx="5" type="body"/>
          </p:nvPr>
        </p:nvSpPr>
        <p:spPr>
          <a:xfrm>
            <a:off x="608215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6" type="subTitle"/>
          </p:nvPr>
        </p:nvSpPr>
        <p:spPr>
          <a:xfrm>
            <a:off x="608215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53" name="Google Shape;53;p7"/>
          <p:cNvSpPr txBox="1"/>
          <p:nvPr>
            <p:ph idx="7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54" name="Google Shape;54;p7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ITLE_AND_TWO_COLUMNS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8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" type="body"/>
          </p:nvPr>
        </p:nvSpPr>
        <p:spPr>
          <a:xfrm>
            <a:off x="22945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2" type="subTitle"/>
          </p:nvPr>
        </p:nvSpPr>
        <p:spPr>
          <a:xfrm>
            <a:off x="22945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60" name="Google Shape;60;p8"/>
          <p:cNvSpPr txBox="1"/>
          <p:nvPr>
            <p:ph idx="3" type="body"/>
          </p:nvPr>
        </p:nvSpPr>
        <p:spPr>
          <a:xfrm>
            <a:off x="315580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4" type="subTitle"/>
          </p:nvPr>
        </p:nvSpPr>
        <p:spPr>
          <a:xfrm>
            <a:off x="315580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62" name="Google Shape;62;p8"/>
          <p:cNvSpPr txBox="1"/>
          <p:nvPr>
            <p:ph idx="5" type="body"/>
          </p:nvPr>
        </p:nvSpPr>
        <p:spPr>
          <a:xfrm>
            <a:off x="608215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6" type="subTitle"/>
          </p:nvPr>
        </p:nvSpPr>
        <p:spPr>
          <a:xfrm>
            <a:off x="608215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cxnSp>
        <p:nvCxnSpPr>
          <p:cNvPr id="64" name="Google Shape;64;p8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TITLE_AND_TWO_COLUMNS_1_2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" name="Google Shape;67;p9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8" name="Google Shape;68;p9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" name="Google Shape;69;p9"/>
          <p:cNvSpPr txBox="1"/>
          <p:nvPr>
            <p:ph idx="1" type="body"/>
          </p:nvPr>
        </p:nvSpPr>
        <p:spPr>
          <a:xfrm>
            <a:off x="24003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2" type="body"/>
          </p:nvPr>
        </p:nvSpPr>
        <p:spPr>
          <a:xfrm>
            <a:off x="2286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3" type="body"/>
          </p:nvPr>
        </p:nvSpPr>
        <p:spPr>
          <a:xfrm>
            <a:off x="45720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4" type="body"/>
          </p:nvPr>
        </p:nvSpPr>
        <p:spPr>
          <a:xfrm>
            <a:off x="67437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5" type="subTitle"/>
          </p:nvPr>
        </p:nvSpPr>
        <p:spPr>
          <a:xfrm>
            <a:off x="229450" y="21237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74" name="Google Shape;74;p9"/>
          <p:cNvSpPr txBox="1"/>
          <p:nvPr>
            <p:ph idx="6" type="subTitle"/>
          </p:nvPr>
        </p:nvSpPr>
        <p:spPr>
          <a:xfrm>
            <a:off x="2400300" y="21237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75" name="Google Shape;75;p9"/>
          <p:cNvSpPr txBox="1"/>
          <p:nvPr>
            <p:ph idx="7" type="subTitle"/>
          </p:nvPr>
        </p:nvSpPr>
        <p:spPr>
          <a:xfrm>
            <a:off x="4572000" y="21237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76" name="Google Shape;76;p9"/>
          <p:cNvSpPr txBox="1"/>
          <p:nvPr>
            <p:ph idx="8" type="subTitle"/>
          </p:nvPr>
        </p:nvSpPr>
        <p:spPr>
          <a:xfrm>
            <a:off x="6743700" y="21237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TITLE_AND_TWO_COLUMNS_1_2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0"/>
          <p:cNvSpPr txBox="1"/>
          <p:nvPr>
            <p:ph type="title"/>
          </p:nvPr>
        </p:nvSpPr>
        <p:spPr>
          <a:xfrm>
            <a:off x="229450" y="164350"/>
            <a:ext cx="5541900" cy="18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cxnSp>
        <p:nvCxnSpPr>
          <p:cNvPr id="80" name="Google Shape;80;p10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" name="Google Shape;81;p10"/>
          <p:cNvSpPr txBox="1"/>
          <p:nvPr>
            <p:ph idx="1" type="body"/>
          </p:nvPr>
        </p:nvSpPr>
        <p:spPr>
          <a:xfrm>
            <a:off x="228600" y="2448075"/>
            <a:ext cx="55419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82" name="Google Shape;82;p10"/>
          <p:cNvSpPr txBox="1"/>
          <p:nvPr>
            <p:ph idx="2" type="subTitle"/>
          </p:nvPr>
        </p:nvSpPr>
        <p:spPr>
          <a:xfrm>
            <a:off x="228600" y="1798275"/>
            <a:ext cx="5541900" cy="6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ITLE_AND_TWO_COLUMNS_1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1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" type="body"/>
          </p:nvPr>
        </p:nvSpPr>
        <p:spPr>
          <a:xfrm>
            <a:off x="229450" y="3455950"/>
            <a:ext cx="4061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idx="2" type="subTitle"/>
          </p:nvPr>
        </p:nvSpPr>
        <p:spPr>
          <a:xfrm>
            <a:off x="229450" y="3127850"/>
            <a:ext cx="4061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cxnSp>
        <p:nvCxnSpPr>
          <p:cNvPr id="88" name="Google Shape;88;p11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" name="Google Shape;89;p11"/>
          <p:cNvSpPr txBox="1"/>
          <p:nvPr>
            <p:ph idx="3" type="body"/>
          </p:nvPr>
        </p:nvSpPr>
        <p:spPr>
          <a:xfrm>
            <a:off x="4573675" y="3455950"/>
            <a:ext cx="4061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4" type="subTitle"/>
          </p:nvPr>
        </p:nvSpPr>
        <p:spPr>
          <a:xfrm>
            <a:off x="4573675" y="3127850"/>
            <a:ext cx="4061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ody text">
  <p:cSld name="CUSTOM_3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2"/>
          <p:cNvSpPr txBox="1"/>
          <p:nvPr>
            <p:ph idx="1" type="body"/>
          </p:nvPr>
        </p:nvSpPr>
        <p:spPr>
          <a:xfrm>
            <a:off x="5095525" y="922175"/>
            <a:ext cx="3440100" cy="12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2"/>
          <p:cNvSpPr txBox="1"/>
          <p:nvPr>
            <p:ph idx="2" type="body"/>
          </p:nvPr>
        </p:nvSpPr>
        <p:spPr>
          <a:xfrm>
            <a:off x="5095525" y="2801100"/>
            <a:ext cx="3440100" cy="81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95" name="Google Shape;95;p12"/>
          <p:cNvSpPr txBox="1"/>
          <p:nvPr>
            <p:ph idx="3" type="body"/>
          </p:nvPr>
        </p:nvSpPr>
        <p:spPr>
          <a:xfrm>
            <a:off x="5095525" y="4013575"/>
            <a:ext cx="3440100" cy="53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96" name="Google Shape;96;p12"/>
          <p:cNvSpPr txBox="1"/>
          <p:nvPr>
            <p:ph idx="4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97" name="Google Shape;97;p12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13"/>
          <p:cNvSpPr txBox="1"/>
          <p:nvPr>
            <p:ph type="title"/>
          </p:nvPr>
        </p:nvSpPr>
        <p:spPr>
          <a:xfrm>
            <a:off x="229450" y="164350"/>
            <a:ext cx="8686800" cy="338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" name="Google Shape;101;p13"/>
          <p:cNvSpPr txBox="1"/>
          <p:nvPr>
            <p:ph idx="1" type="body"/>
          </p:nvPr>
        </p:nvSpPr>
        <p:spPr>
          <a:xfrm>
            <a:off x="228600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02" name="Google Shape;102;p13"/>
          <p:cNvSpPr txBox="1"/>
          <p:nvPr>
            <p:ph idx="2" type="body"/>
          </p:nvPr>
        </p:nvSpPr>
        <p:spPr>
          <a:xfrm>
            <a:off x="2400300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03" name="Google Shape;103;p13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04" name="Google Shape;104;p13"/>
          <p:cNvSpPr txBox="1"/>
          <p:nvPr>
            <p:ph idx="4" type="body"/>
          </p:nvPr>
        </p:nvSpPr>
        <p:spPr>
          <a:xfrm>
            <a:off x="6743700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05" name="Google Shape;105;p13"/>
          <p:cNvSpPr txBox="1"/>
          <p:nvPr>
            <p:ph idx="5" type="body"/>
          </p:nvPr>
        </p:nvSpPr>
        <p:spPr>
          <a:xfrm>
            <a:off x="4572000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06" name="Google Shape;106;p13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 text">
  <p:cSld name="TITLE_ONLY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4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" name="Google Shape;109;p14"/>
          <p:cNvSpPr txBox="1"/>
          <p:nvPr>
            <p:ph idx="1" type="body"/>
          </p:nvPr>
        </p:nvSpPr>
        <p:spPr>
          <a:xfrm>
            <a:off x="370100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10" name="Google Shape;110;p14"/>
          <p:cNvSpPr txBox="1"/>
          <p:nvPr>
            <p:ph idx="2" type="body"/>
          </p:nvPr>
        </p:nvSpPr>
        <p:spPr>
          <a:xfrm>
            <a:off x="2541453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11" name="Google Shape;111;p14"/>
          <p:cNvSpPr txBox="1"/>
          <p:nvPr>
            <p:ph idx="3" type="body"/>
          </p:nvPr>
        </p:nvSpPr>
        <p:spPr>
          <a:xfrm>
            <a:off x="4713154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12" name="Google Shape;112;p14"/>
          <p:cNvSpPr txBox="1"/>
          <p:nvPr>
            <p:ph idx="4" type="body"/>
          </p:nvPr>
        </p:nvSpPr>
        <p:spPr>
          <a:xfrm>
            <a:off x="6884852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13" name="Google Shape;113;p14"/>
          <p:cNvSpPr txBox="1"/>
          <p:nvPr>
            <p:ph idx="5" type="subTitle"/>
          </p:nvPr>
        </p:nvSpPr>
        <p:spPr>
          <a:xfrm>
            <a:off x="370100" y="4953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idx="6" type="subTitle"/>
          </p:nvPr>
        </p:nvSpPr>
        <p:spPr>
          <a:xfrm>
            <a:off x="2541450" y="4953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15" name="Google Shape;115;p14"/>
          <p:cNvSpPr txBox="1"/>
          <p:nvPr>
            <p:ph idx="7" type="subTitle"/>
          </p:nvPr>
        </p:nvSpPr>
        <p:spPr>
          <a:xfrm>
            <a:off x="4712800" y="4953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16" name="Google Shape;116;p14"/>
          <p:cNvSpPr txBox="1"/>
          <p:nvPr>
            <p:ph idx="8" type="subTitle"/>
          </p:nvPr>
        </p:nvSpPr>
        <p:spPr>
          <a:xfrm>
            <a:off x="6884150" y="4953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17" name="Google Shape;117;p14"/>
          <p:cNvSpPr txBox="1"/>
          <p:nvPr>
            <p:ph idx="9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18" name="Google Shape;118;p14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TITLE_ONLY_1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15"/>
          <p:cNvSpPr txBox="1"/>
          <p:nvPr>
            <p:ph idx="1" type="subTitle"/>
          </p:nvPr>
        </p:nvSpPr>
        <p:spPr>
          <a:xfrm>
            <a:off x="1456800" y="17907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22" name="Google Shape;122;p15"/>
          <p:cNvSpPr txBox="1"/>
          <p:nvPr>
            <p:ph idx="2" type="subTitle"/>
          </p:nvPr>
        </p:nvSpPr>
        <p:spPr>
          <a:xfrm>
            <a:off x="3628150" y="17907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23" name="Google Shape;123;p15"/>
          <p:cNvSpPr txBox="1"/>
          <p:nvPr>
            <p:ph idx="3" type="subTitle"/>
          </p:nvPr>
        </p:nvSpPr>
        <p:spPr>
          <a:xfrm>
            <a:off x="5799500" y="17907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24" name="Google Shape;124;p15"/>
          <p:cNvSpPr txBox="1"/>
          <p:nvPr>
            <p:ph idx="4" type="subTitle"/>
          </p:nvPr>
        </p:nvSpPr>
        <p:spPr>
          <a:xfrm>
            <a:off x="5799500" y="3234832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cxnSp>
        <p:nvCxnSpPr>
          <p:cNvPr id="125" name="Google Shape;125;p15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" name="Google Shape;126;p15"/>
          <p:cNvSpPr txBox="1"/>
          <p:nvPr>
            <p:ph idx="5" type="subTitle"/>
          </p:nvPr>
        </p:nvSpPr>
        <p:spPr>
          <a:xfrm>
            <a:off x="1456800" y="3234832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27" name="Google Shape;127;p15"/>
          <p:cNvSpPr txBox="1"/>
          <p:nvPr>
            <p:ph idx="6" type="subTitle"/>
          </p:nvPr>
        </p:nvSpPr>
        <p:spPr>
          <a:xfrm>
            <a:off x="3628150" y="3234832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28" name="Google Shape;128;p15"/>
          <p:cNvSpPr txBox="1"/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V">
  <p:cSld name="CUSTOM_5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 txBox="1"/>
          <p:nvPr>
            <p:ph idx="1" type="body"/>
          </p:nvPr>
        </p:nvSpPr>
        <p:spPr>
          <a:xfrm>
            <a:off x="24003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31" name="Google Shape;131;p16"/>
          <p:cNvSpPr txBox="1"/>
          <p:nvPr>
            <p:ph idx="2" type="body"/>
          </p:nvPr>
        </p:nvSpPr>
        <p:spPr>
          <a:xfrm>
            <a:off x="2286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32" name="Google Shape;132;p16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" name="Google Shape;133;p16"/>
          <p:cNvSpPr txBox="1"/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34" name="Google Shape;134;p16"/>
          <p:cNvSpPr txBox="1"/>
          <p:nvPr>
            <p:ph idx="3" type="body"/>
          </p:nvPr>
        </p:nvSpPr>
        <p:spPr>
          <a:xfrm>
            <a:off x="45720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35" name="Google Shape;135;p16"/>
          <p:cNvSpPr txBox="1"/>
          <p:nvPr>
            <p:ph idx="4" type="body"/>
          </p:nvPr>
        </p:nvSpPr>
        <p:spPr>
          <a:xfrm>
            <a:off x="67437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36" name="Google Shape;136;p16"/>
          <p:cNvSpPr txBox="1"/>
          <p:nvPr>
            <p:ph idx="5" type="subTitle"/>
          </p:nvPr>
        </p:nvSpPr>
        <p:spPr>
          <a:xfrm>
            <a:off x="4572000" y="1585625"/>
            <a:ext cx="4061100" cy="6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37" name="Google Shape;137;p16"/>
          <p:cNvSpPr txBox="1"/>
          <p:nvPr>
            <p:ph idx="6" type="subTitle"/>
          </p:nvPr>
        </p:nvSpPr>
        <p:spPr>
          <a:xfrm>
            <a:off x="228600" y="1585625"/>
            <a:ext cx="4061100" cy="6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38" name="Google Shape;138;p16"/>
          <p:cNvSpPr txBox="1"/>
          <p:nvPr>
            <p:ph idx="7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39" name="Google Shape;139;p16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with footer">
  <p:cSld name="CUSTOM">
    <p:bg>
      <p:bgPr>
        <a:solidFill>
          <a:schemeClr val="dk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 txBox="1"/>
          <p:nvPr>
            <p:ph type="title"/>
          </p:nvPr>
        </p:nvSpPr>
        <p:spPr>
          <a:xfrm>
            <a:off x="225750" y="369625"/>
            <a:ext cx="8692500" cy="431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17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44" name="Google Shape;144;p17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CUSTOM_10">
    <p:bg>
      <p:bgPr>
        <a:solidFill>
          <a:schemeClr val="dk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>
            <p:ph type="title"/>
          </p:nvPr>
        </p:nvSpPr>
        <p:spPr>
          <a:xfrm>
            <a:off x="225750" y="369625"/>
            <a:ext cx="8692500" cy="431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7" name="Google Shape;147;p18"/>
          <p:cNvSpPr txBox="1"/>
          <p:nvPr>
            <p:ph idx="2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" name="Google Shape;148;p18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49" name="Google Shape;149;p18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6"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 txBox="1"/>
          <p:nvPr>
            <p:ph type="title"/>
          </p:nvPr>
        </p:nvSpPr>
        <p:spPr>
          <a:xfrm>
            <a:off x="225750" y="1212350"/>
            <a:ext cx="8692500" cy="347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2" name="Google Shape;152;p19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" name="Google Shape;153;p19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54" name="Google Shape;154;p19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" name="Google Shape;155;p19"/>
          <p:cNvCxnSpPr/>
          <p:nvPr/>
        </p:nvCxnSpPr>
        <p:spPr>
          <a:xfrm flipH="1" rot="10800000">
            <a:off x="225750" y="12123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with footer">
  <p:cSld name="CUSTOM_7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8" name="Google Shape;158;p20"/>
          <p:cNvSpPr txBox="1"/>
          <p:nvPr>
            <p:ph type="title"/>
          </p:nvPr>
        </p:nvSpPr>
        <p:spPr>
          <a:xfrm>
            <a:off x="228600" y="665825"/>
            <a:ext cx="5753400" cy="22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9" name="Google Shape;159;p20"/>
          <p:cNvSpPr/>
          <p:nvPr>
            <p:ph idx="2" type="pic"/>
          </p:nvPr>
        </p:nvSpPr>
        <p:spPr>
          <a:xfrm>
            <a:off x="6777063" y="1017650"/>
            <a:ext cx="1582800" cy="1582800"/>
          </a:xfrm>
          <a:prstGeom prst="rect">
            <a:avLst/>
          </a:prstGeom>
          <a:noFill/>
          <a:ln>
            <a:noFill/>
          </a:ln>
        </p:spPr>
      </p:sp>
      <p:sp>
        <p:nvSpPr>
          <p:cNvPr id="160" name="Google Shape;160;p20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61" name="Google Shape;161;p20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CUSTOM_7_1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1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4" name="Google Shape;164;p21"/>
          <p:cNvSpPr/>
          <p:nvPr/>
        </p:nvSpPr>
        <p:spPr>
          <a:xfrm>
            <a:off x="7005675" y="789050"/>
            <a:ext cx="1582800" cy="1582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1"/>
          <p:cNvSpPr txBox="1"/>
          <p:nvPr>
            <p:ph type="title"/>
          </p:nvPr>
        </p:nvSpPr>
        <p:spPr>
          <a:xfrm>
            <a:off x="228600" y="665825"/>
            <a:ext cx="5753400" cy="22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6" name="Google Shape;166;p21"/>
          <p:cNvSpPr/>
          <p:nvPr>
            <p:ph idx="2" type="pic"/>
          </p:nvPr>
        </p:nvSpPr>
        <p:spPr>
          <a:xfrm>
            <a:off x="6777063" y="1017650"/>
            <a:ext cx="1582800" cy="1582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67" name="Google Shape;167;p21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2">
  <p:cSld name="CUSTOM_8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0" name="Google Shape;170;p22"/>
          <p:cNvSpPr txBox="1"/>
          <p:nvPr>
            <p:ph type="title"/>
          </p:nvPr>
        </p:nvSpPr>
        <p:spPr>
          <a:xfrm>
            <a:off x="228600" y="1549575"/>
            <a:ext cx="7938000" cy="228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1" name="Google Shape;171;p22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72" name="Google Shape;172;p22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8_1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5" name="Google Shape;175;p23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" name="Google Shape;176;p23"/>
          <p:cNvSpPr txBox="1"/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8_1_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9" name="Google Shape;179;p24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" name="Google Shape;180;p24"/>
          <p:cNvSpPr txBox="1"/>
          <p:nvPr>
            <p:ph type="title"/>
          </p:nvPr>
        </p:nvSpPr>
        <p:spPr>
          <a:xfrm>
            <a:off x="228600" y="2236650"/>
            <a:ext cx="35514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with footer">
  <p:cSld name="ONE_COLUMN_TEXT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3" name="Google Shape;183;p25"/>
          <p:cNvSpPr txBox="1"/>
          <p:nvPr>
            <p:ph type="title"/>
          </p:nvPr>
        </p:nvSpPr>
        <p:spPr>
          <a:xfrm>
            <a:off x="228600" y="2236650"/>
            <a:ext cx="35514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84" name="Google Shape;184;p25"/>
          <p:cNvSpPr txBox="1"/>
          <p:nvPr>
            <p:ph idx="1" type="subTitle"/>
          </p:nvPr>
        </p:nvSpPr>
        <p:spPr>
          <a:xfrm>
            <a:off x="4572000" y="1004700"/>
            <a:ext cx="4343400" cy="31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85" name="Google Shape;185;p25"/>
          <p:cNvSpPr txBox="1"/>
          <p:nvPr>
            <p:ph idx="2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86" name="Google Shape;186;p25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ONE_COLUMN_TEXT_2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6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9" name="Google Shape;189;p26"/>
          <p:cNvSpPr txBox="1"/>
          <p:nvPr>
            <p:ph type="title"/>
          </p:nvPr>
        </p:nvSpPr>
        <p:spPr>
          <a:xfrm>
            <a:off x="228600" y="2236650"/>
            <a:ext cx="35514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90" name="Google Shape;190;p26"/>
          <p:cNvSpPr txBox="1"/>
          <p:nvPr>
            <p:ph idx="1" type="subTitle"/>
          </p:nvPr>
        </p:nvSpPr>
        <p:spPr>
          <a:xfrm>
            <a:off x="4572000" y="1004700"/>
            <a:ext cx="4343400" cy="31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cxnSp>
        <p:nvCxnSpPr>
          <p:cNvPr id="191" name="Google Shape;191;p26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">
  <p:cSld name="ONE_COLUMN_TEXT_1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27"/>
          <p:cNvSpPr txBox="1"/>
          <p:nvPr>
            <p:ph type="title"/>
          </p:nvPr>
        </p:nvSpPr>
        <p:spPr>
          <a:xfrm>
            <a:off x="228600" y="2089772"/>
            <a:ext cx="35514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95" name="Google Shape;195;p27"/>
          <p:cNvSpPr txBox="1"/>
          <p:nvPr>
            <p:ph idx="1" type="subTitle"/>
          </p:nvPr>
        </p:nvSpPr>
        <p:spPr>
          <a:xfrm>
            <a:off x="6074275" y="1004700"/>
            <a:ext cx="2558700" cy="31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96" name="Google Shape;196;p27"/>
          <p:cNvSpPr txBox="1"/>
          <p:nvPr>
            <p:ph idx="2" type="subTitle"/>
          </p:nvPr>
        </p:nvSpPr>
        <p:spPr>
          <a:xfrm>
            <a:off x="4292700" y="1004700"/>
            <a:ext cx="1671000" cy="31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1pPr>
            <a:lvl2pPr lvl="1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2pPr>
            <a:lvl3pPr lvl="2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3pPr>
            <a:lvl4pPr lvl="3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4pPr>
            <a:lvl5pPr lvl="4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5pPr>
            <a:lvl6pPr lvl="5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6pPr>
            <a:lvl7pPr lvl="6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7pPr>
            <a:lvl8pPr lvl="7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8pPr>
            <a:lvl9pPr lvl="8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9pPr>
          </a:lstStyle>
          <a:p/>
        </p:txBody>
      </p:sp>
      <p:sp>
        <p:nvSpPr>
          <p:cNvPr id="197" name="Google Shape;197;p27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98" name="Google Shape;198;p27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with footer">
  <p:cSld name="CUSTOM_4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8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28"/>
          <p:cNvSpPr txBox="1"/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202" name="Google Shape;202;p28"/>
          <p:cNvSpPr txBox="1"/>
          <p:nvPr>
            <p:ph idx="1" type="body"/>
          </p:nvPr>
        </p:nvSpPr>
        <p:spPr>
          <a:xfrm>
            <a:off x="229450" y="1294950"/>
            <a:ext cx="3566100" cy="28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03" name="Google Shape;203;p28"/>
          <p:cNvSpPr txBox="1"/>
          <p:nvPr>
            <p:ph idx="2" type="body"/>
          </p:nvPr>
        </p:nvSpPr>
        <p:spPr>
          <a:xfrm>
            <a:off x="4572850" y="1294950"/>
            <a:ext cx="3566100" cy="28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04" name="Google Shape;204;p28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05" name="Google Shape;205;p28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4_1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9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8" name="Google Shape;208;p29"/>
          <p:cNvSpPr txBox="1"/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209" name="Google Shape;209;p29"/>
          <p:cNvSpPr txBox="1"/>
          <p:nvPr>
            <p:ph idx="1" type="body"/>
          </p:nvPr>
        </p:nvSpPr>
        <p:spPr>
          <a:xfrm>
            <a:off x="229450" y="1294950"/>
            <a:ext cx="3566100" cy="28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10" name="Google Shape;210;p29"/>
          <p:cNvSpPr txBox="1"/>
          <p:nvPr>
            <p:ph idx="2" type="body"/>
          </p:nvPr>
        </p:nvSpPr>
        <p:spPr>
          <a:xfrm>
            <a:off x="4572850" y="1294950"/>
            <a:ext cx="3566100" cy="28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11" name="Google Shape;211;p29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image boards">
  <p:cSld name="CUSTOM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0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4" name="Google Shape;214;p30"/>
          <p:cNvSpPr txBox="1"/>
          <p:nvPr>
            <p:ph idx="1" type="subTitle"/>
          </p:nvPr>
        </p:nvSpPr>
        <p:spPr>
          <a:xfrm>
            <a:off x="228600" y="164350"/>
            <a:ext cx="35142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15" name="Google Shape;215;p30"/>
          <p:cNvSpPr/>
          <p:nvPr>
            <p:ph idx="2" type="pic"/>
          </p:nvPr>
        </p:nvSpPr>
        <p:spPr>
          <a:xfrm>
            <a:off x="228600" y="1870200"/>
            <a:ext cx="2024400" cy="2314200"/>
          </a:xfrm>
          <a:prstGeom prst="rect">
            <a:avLst/>
          </a:prstGeom>
          <a:noFill/>
          <a:ln>
            <a:noFill/>
          </a:ln>
        </p:spPr>
      </p:sp>
      <p:sp>
        <p:nvSpPr>
          <p:cNvPr id="216" name="Google Shape;216;p30"/>
          <p:cNvSpPr/>
          <p:nvPr>
            <p:ph idx="3" type="pic"/>
          </p:nvPr>
        </p:nvSpPr>
        <p:spPr>
          <a:xfrm>
            <a:off x="3864875" y="1870200"/>
            <a:ext cx="3561900" cy="2314200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30"/>
          <p:cNvSpPr/>
          <p:nvPr>
            <p:ph idx="4" type="pic"/>
          </p:nvPr>
        </p:nvSpPr>
        <p:spPr>
          <a:xfrm>
            <a:off x="7547700" y="1870200"/>
            <a:ext cx="1367700" cy="23142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30"/>
          <p:cNvSpPr/>
          <p:nvPr>
            <p:ph idx="5" type="pic"/>
          </p:nvPr>
        </p:nvSpPr>
        <p:spPr>
          <a:xfrm>
            <a:off x="2375088" y="1870200"/>
            <a:ext cx="1367700" cy="23142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30"/>
          <p:cNvSpPr txBox="1"/>
          <p:nvPr>
            <p:ph idx="6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20" name="Google Shape;220;p30"/>
          <p:cNvSpPr txBox="1"/>
          <p:nvPr>
            <p:ph idx="7" type="body"/>
          </p:nvPr>
        </p:nvSpPr>
        <p:spPr>
          <a:xfrm>
            <a:off x="228600" y="593650"/>
            <a:ext cx="3514200" cy="8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21" name="Google Shape;221;p30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 boards">
  <p:cSld name="CUSTOM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1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4" name="Google Shape;224;p31"/>
          <p:cNvSpPr txBox="1"/>
          <p:nvPr>
            <p:ph idx="1" type="subTitle"/>
          </p:nvPr>
        </p:nvSpPr>
        <p:spPr>
          <a:xfrm>
            <a:off x="228600" y="164350"/>
            <a:ext cx="35142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25" name="Google Shape;225;p31"/>
          <p:cNvSpPr/>
          <p:nvPr>
            <p:ph idx="2" type="pic"/>
          </p:nvPr>
        </p:nvSpPr>
        <p:spPr>
          <a:xfrm>
            <a:off x="228600" y="1617150"/>
            <a:ext cx="2820300" cy="2820300"/>
          </a:xfrm>
          <a:prstGeom prst="rect">
            <a:avLst/>
          </a:prstGeom>
          <a:noFill/>
          <a:ln>
            <a:noFill/>
          </a:ln>
        </p:spPr>
      </p:sp>
      <p:sp>
        <p:nvSpPr>
          <p:cNvPr id="226" name="Google Shape;226;p31"/>
          <p:cNvSpPr/>
          <p:nvPr>
            <p:ph idx="3" type="pic"/>
          </p:nvPr>
        </p:nvSpPr>
        <p:spPr>
          <a:xfrm>
            <a:off x="3161800" y="1617150"/>
            <a:ext cx="2820300" cy="2820300"/>
          </a:xfrm>
          <a:prstGeom prst="rect">
            <a:avLst/>
          </a:prstGeom>
          <a:noFill/>
          <a:ln>
            <a:noFill/>
          </a:ln>
        </p:spPr>
      </p:sp>
      <p:sp>
        <p:nvSpPr>
          <p:cNvPr id="227" name="Google Shape;227;p31"/>
          <p:cNvSpPr/>
          <p:nvPr>
            <p:ph idx="4" type="pic"/>
          </p:nvPr>
        </p:nvSpPr>
        <p:spPr>
          <a:xfrm>
            <a:off x="6095000" y="1617150"/>
            <a:ext cx="2820300" cy="28203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31"/>
          <p:cNvSpPr txBox="1"/>
          <p:nvPr>
            <p:ph idx="5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29" name="Google Shape;229;p31"/>
          <p:cNvSpPr txBox="1"/>
          <p:nvPr>
            <p:ph idx="6" type="body"/>
          </p:nvPr>
        </p:nvSpPr>
        <p:spPr>
          <a:xfrm>
            <a:off x="228600" y="593650"/>
            <a:ext cx="3514200" cy="8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30" name="Google Shape;230;p31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 boards">
  <p:cSld name="CUSTOM_1_1_1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32"/>
          <p:cNvSpPr txBox="1"/>
          <p:nvPr>
            <p:ph idx="1" type="subTitle"/>
          </p:nvPr>
        </p:nvSpPr>
        <p:spPr>
          <a:xfrm>
            <a:off x="228600" y="164350"/>
            <a:ext cx="35142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34" name="Google Shape;234;p32"/>
          <p:cNvSpPr/>
          <p:nvPr>
            <p:ph idx="2" type="pic"/>
          </p:nvPr>
        </p:nvSpPr>
        <p:spPr>
          <a:xfrm>
            <a:off x="4633050" y="1617150"/>
            <a:ext cx="4282500" cy="28203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32"/>
          <p:cNvSpPr/>
          <p:nvPr>
            <p:ph idx="3" type="pic"/>
          </p:nvPr>
        </p:nvSpPr>
        <p:spPr>
          <a:xfrm>
            <a:off x="228600" y="1617150"/>
            <a:ext cx="4282500" cy="28203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32"/>
          <p:cNvSpPr txBox="1"/>
          <p:nvPr>
            <p:ph idx="4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37" name="Google Shape;237;p32"/>
          <p:cNvSpPr txBox="1"/>
          <p:nvPr>
            <p:ph idx="5" type="body"/>
          </p:nvPr>
        </p:nvSpPr>
        <p:spPr>
          <a:xfrm>
            <a:off x="228600" y="593650"/>
            <a:ext cx="3514200" cy="8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38" name="Google Shape;238;p32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 boards vertical">
  <p:cSld name="CUSTOM_1_1_1_1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3"/>
          <p:cNvSpPr/>
          <p:nvPr>
            <p:ph idx="2" type="pic"/>
          </p:nvPr>
        </p:nvSpPr>
        <p:spPr>
          <a:xfrm>
            <a:off x="3161800" y="164350"/>
            <a:ext cx="28203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33"/>
          <p:cNvSpPr/>
          <p:nvPr>
            <p:ph idx="3" type="pic"/>
          </p:nvPr>
        </p:nvSpPr>
        <p:spPr>
          <a:xfrm>
            <a:off x="6095100" y="164350"/>
            <a:ext cx="28203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33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3" name="Google Shape;243;p33"/>
          <p:cNvSpPr txBox="1"/>
          <p:nvPr>
            <p:ph idx="1" type="subTitle"/>
          </p:nvPr>
        </p:nvSpPr>
        <p:spPr>
          <a:xfrm>
            <a:off x="228600" y="164350"/>
            <a:ext cx="28203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44" name="Google Shape;244;p33"/>
          <p:cNvSpPr txBox="1"/>
          <p:nvPr>
            <p:ph idx="4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45" name="Google Shape;245;p33"/>
          <p:cNvSpPr txBox="1"/>
          <p:nvPr>
            <p:ph idx="5" type="body"/>
          </p:nvPr>
        </p:nvSpPr>
        <p:spPr>
          <a:xfrm>
            <a:off x="228600" y="593650"/>
            <a:ext cx="2171400" cy="8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46" name="Google Shape;246;p33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9" name="Google Shape;249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square image board">
  <p:cSld name="CUSTOM_1_1_1_1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5"/>
          <p:cNvSpPr/>
          <p:nvPr>
            <p:ph idx="2" type="pic"/>
          </p:nvPr>
        </p:nvSpPr>
        <p:spPr>
          <a:xfrm>
            <a:off x="4569950" y="164350"/>
            <a:ext cx="43431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252" name="Google Shape;252;p35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3" name="Google Shape;253;p35"/>
          <p:cNvSpPr txBox="1"/>
          <p:nvPr>
            <p:ph idx="1" type="subTitle"/>
          </p:nvPr>
        </p:nvSpPr>
        <p:spPr>
          <a:xfrm>
            <a:off x="228600" y="164350"/>
            <a:ext cx="28203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54" name="Google Shape;254;p35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55" name="Google Shape;255;p35"/>
          <p:cNvSpPr txBox="1"/>
          <p:nvPr>
            <p:ph idx="4" type="body"/>
          </p:nvPr>
        </p:nvSpPr>
        <p:spPr>
          <a:xfrm>
            <a:off x="228600" y="593650"/>
            <a:ext cx="2171400" cy="8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56" name="Google Shape;256;p35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landscape image board">
  <p:cSld name="CUSTOM_1_1_1_1_1_1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6"/>
          <p:cNvSpPr/>
          <p:nvPr>
            <p:ph idx="2" type="pic"/>
          </p:nvPr>
        </p:nvSpPr>
        <p:spPr>
          <a:xfrm>
            <a:off x="3161800" y="164350"/>
            <a:ext cx="57513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259" name="Google Shape;259;p36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0" name="Google Shape;260;p36"/>
          <p:cNvSpPr txBox="1"/>
          <p:nvPr>
            <p:ph idx="1" type="subTitle"/>
          </p:nvPr>
        </p:nvSpPr>
        <p:spPr>
          <a:xfrm>
            <a:off x="228600" y="3290275"/>
            <a:ext cx="28203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61" name="Google Shape;261;p36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62" name="Google Shape;262;p36"/>
          <p:cNvSpPr txBox="1"/>
          <p:nvPr>
            <p:ph idx="4" type="body"/>
          </p:nvPr>
        </p:nvSpPr>
        <p:spPr>
          <a:xfrm>
            <a:off x="228600" y="3719575"/>
            <a:ext cx="2171400" cy="7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63" name="Google Shape;263;p36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, body and image">
  <p:cSld name="CUSTOM_1_1_1_1_1_1_2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7"/>
          <p:cNvSpPr/>
          <p:nvPr>
            <p:ph idx="2" type="pic"/>
          </p:nvPr>
        </p:nvSpPr>
        <p:spPr>
          <a:xfrm>
            <a:off x="3161800" y="164350"/>
            <a:ext cx="57513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266" name="Google Shape;266;p37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7" name="Google Shape;267;p37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68" name="Google Shape;268;p37"/>
          <p:cNvSpPr txBox="1"/>
          <p:nvPr>
            <p:ph idx="3" type="body"/>
          </p:nvPr>
        </p:nvSpPr>
        <p:spPr>
          <a:xfrm>
            <a:off x="228600" y="3719575"/>
            <a:ext cx="2171400" cy="7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69" name="Google Shape;269;p37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37"/>
          <p:cNvSpPr txBox="1"/>
          <p:nvPr>
            <p:ph type="title"/>
          </p:nvPr>
        </p:nvSpPr>
        <p:spPr>
          <a:xfrm>
            <a:off x="228600" y="164350"/>
            <a:ext cx="2670300" cy="28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_1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3" name="Google Shape;273;p3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4" name="Google Shape;274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8" name="Google Shape;278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9" name="Google Shape;279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0" name="Google Shape;280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_2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3" name="Google Shape;283;p4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84" name="Google Shape;284;p4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11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1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8" name="Google Shape;288;p41"/>
          <p:cNvSpPr/>
          <p:nvPr>
            <p:ph idx="2" type="pic"/>
          </p:nvPr>
        </p:nvSpPr>
        <p:spPr>
          <a:xfrm>
            <a:off x="4633050" y="1196050"/>
            <a:ext cx="4282500" cy="1761000"/>
          </a:xfrm>
          <a:prstGeom prst="rect">
            <a:avLst/>
          </a:prstGeom>
          <a:noFill/>
          <a:ln>
            <a:noFill/>
          </a:ln>
        </p:spPr>
      </p:sp>
      <p:sp>
        <p:nvSpPr>
          <p:cNvPr id="289" name="Google Shape;289;p41"/>
          <p:cNvSpPr/>
          <p:nvPr>
            <p:ph idx="3" type="pic"/>
          </p:nvPr>
        </p:nvSpPr>
        <p:spPr>
          <a:xfrm>
            <a:off x="228600" y="1196050"/>
            <a:ext cx="4282500" cy="17610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290" name="Google Shape;290;p41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1" name="Google Shape;291;p41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2" name="Google Shape;292;p41"/>
          <p:cNvSpPr txBox="1"/>
          <p:nvPr>
            <p:ph idx="1" type="body"/>
          </p:nvPr>
        </p:nvSpPr>
        <p:spPr>
          <a:xfrm>
            <a:off x="229450" y="3455950"/>
            <a:ext cx="4061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93" name="Google Shape;293;p41"/>
          <p:cNvSpPr txBox="1"/>
          <p:nvPr>
            <p:ph idx="4" type="subTitle"/>
          </p:nvPr>
        </p:nvSpPr>
        <p:spPr>
          <a:xfrm>
            <a:off x="229450" y="3127850"/>
            <a:ext cx="4061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294" name="Google Shape;294;p41"/>
          <p:cNvSpPr txBox="1"/>
          <p:nvPr>
            <p:ph idx="5" type="body"/>
          </p:nvPr>
        </p:nvSpPr>
        <p:spPr>
          <a:xfrm>
            <a:off x="4633050" y="3455950"/>
            <a:ext cx="4061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95" name="Google Shape;295;p41"/>
          <p:cNvSpPr txBox="1"/>
          <p:nvPr>
            <p:ph idx="6" type="subTitle"/>
          </p:nvPr>
        </p:nvSpPr>
        <p:spPr>
          <a:xfrm>
            <a:off x="4633050" y="3127850"/>
            <a:ext cx="4061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11_1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2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98" name="Google Shape;298;p42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42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0" name="Google Shape;300;p42"/>
          <p:cNvSpPr/>
          <p:nvPr>
            <p:ph idx="2" type="pic"/>
          </p:nvPr>
        </p:nvSpPr>
        <p:spPr>
          <a:xfrm>
            <a:off x="228600" y="1196050"/>
            <a:ext cx="2820300" cy="1761000"/>
          </a:xfrm>
          <a:prstGeom prst="rect">
            <a:avLst/>
          </a:prstGeom>
          <a:noFill/>
          <a:ln>
            <a:noFill/>
          </a:ln>
        </p:spPr>
      </p:sp>
      <p:sp>
        <p:nvSpPr>
          <p:cNvPr id="301" name="Google Shape;301;p42"/>
          <p:cNvSpPr/>
          <p:nvPr>
            <p:ph idx="3" type="pic"/>
          </p:nvPr>
        </p:nvSpPr>
        <p:spPr>
          <a:xfrm>
            <a:off x="3161800" y="1196050"/>
            <a:ext cx="2820300" cy="1761000"/>
          </a:xfrm>
          <a:prstGeom prst="rect">
            <a:avLst/>
          </a:prstGeom>
          <a:noFill/>
          <a:ln>
            <a:noFill/>
          </a:ln>
        </p:spPr>
      </p:sp>
      <p:sp>
        <p:nvSpPr>
          <p:cNvPr id="302" name="Google Shape;302;p42"/>
          <p:cNvSpPr/>
          <p:nvPr>
            <p:ph idx="4" type="pic"/>
          </p:nvPr>
        </p:nvSpPr>
        <p:spPr>
          <a:xfrm>
            <a:off x="6095000" y="1196050"/>
            <a:ext cx="2820300" cy="1761000"/>
          </a:xfrm>
          <a:prstGeom prst="rect">
            <a:avLst/>
          </a:prstGeom>
          <a:noFill/>
          <a:ln>
            <a:noFill/>
          </a:ln>
        </p:spPr>
      </p:sp>
      <p:sp>
        <p:nvSpPr>
          <p:cNvPr id="303" name="Google Shape;303;p42"/>
          <p:cNvSpPr txBox="1"/>
          <p:nvPr>
            <p:ph idx="1" type="body"/>
          </p:nvPr>
        </p:nvSpPr>
        <p:spPr>
          <a:xfrm>
            <a:off x="22945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04" name="Google Shape;304;p42"/>
          <p:cNvSpPr txBox="1"/>
          <p:nvPr>
            <p:ph idx="5" type="subTitle"/>
          </p:nvPr>
        </p:nvSpPr>
        <p:spPr>
          <a:xfrm>
            <a:off x="22945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305" name="Google Shape;305;p42"/>
          <p:cNvSpPr txBox="1"/>
          <p:nvPr>
            <p:ph idx="6" type="body"/>
          </p:nvPr>
        </p:nvSpPr>
        <p:spPr>
          <a:xfrm>
            <a:off x="315580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06" name="Google Shape;306;p42"/>
          <p:cNvSpPr txBox="1"/>
          <p:nvPr>
            <p:ph idx="7" type="subTitle"/>
          </p:nvPr>
        </p:nvSpPr>
        <p:spPr>
          <a:xfrm>
            <a:off x="315580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307" name="Google Shape;307;p42"/>
          <p:cNvSpPr txBox="1"/>
          <p:nvPr>
            <p:ph idx="8" type="body"/>
          </p:nvPr>
        </p:nvSpPr>
        <p:spPr>
          <a:xfrm>
            <a:off x="608215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08" name="Google Shape;308;p42"/>
          <p:cNvSpPr txBox="1"/>
          <p:nvPr>
            <p:ph idx="9" type="subTitle"/>
          </p:nvPr>
        </p:nvSpPr>
        <p:spPr>
          <a:xfrm>
            <a:off x="608215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 with footer">
  <p:cSld name="CUSTOM_1_1_1_1_1_1_1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3"/>
          <p:cNvSpPr/>
          <p:nvPr>
            <p:ph idx="2" type="pic"/>
          </p:nvPr>
        </p:nvSpPr>
        <p:spPr>
          <a:xfrm>
            <a:off x="228600" y="164350"/>
            <a:ext cx="86844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311" name="Google Shape;311;p43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2" name="Google Shape;312;p43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313" name="Google Shape;313;p43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1_1_1_1_1_1_1_1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4"/>
          <p:cNvSpPr/>
          <p:nvPr>
            <p:ph idx="2" type="pic"/>
          </p:nvPr>
        </p:nvSpPr>
        <p:spPr>
          <a:xfrm>
            <a:off x="228600" y="164350"/>
            <a:ext cx="86844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316" name="Google Shape;316;p44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17" name="Google Shape;317;p44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1_1_1_1_1_1_1_1_1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5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20" name="Google Shape;320;p45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45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45"/>
          <p:cNvSpPr/>
          <p:nvPr>
            <p:ph idx="2" type="pic"/>
          </p:nvPr>
        </p:nvSpPr>
        <p:spPr>
          <a:xfrm>
            <a:off x="228600" y="2598025"/>
            <a:ext cx="2024400" cy="18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23" name="Google Shape;323;p45"/>
          <p:cNvSpPr/>
          <p:nvPr>
            <p:ph idx="3" type="pic"/>
          </p:nvPr>
        </p:nvSpPr>
        <p:spPr>
          <a:xfrm>
            <a:off x="3864875" y="2598025"/>
            <a:ext cx="3561900" cy="18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45"/>
          <p:cNvSpPr/>
          <p:nvPr>
            <p:ph idx="4" type="pic"/>
          </p:nvPr>
        </p:nvSpPr>
        <p:spPr>
          <a:xfrm>
            <a:off x="7547700" y="2598025"/>
            <a:ext cx="1367700" cy="18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45"/>
          <p:cNvSpPr/>
          <p:nvPr>
            <p:ph idx="5" type="pic"/>
          </p:nvPr>
        </p:nvSpPr>
        <p:spPr>
          <a:xfrm>
            <a:off x="2375088" y="2598025"/>
            <a:ext cx="1367700" cy="18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26" name="Google Shape;326;p45"/>
          <p:cNvSpPr/>
          <p:nvPr>
            <p:ph idx="6" type="pic"/>
          </p:nvPr>
        </p:nvSpPr>
        <p:spPr>
          <a:xfrm>
            <a:off x="228600" y="1038850"/>
            <a:ext cx="1003500" cy="1453500"/>
          </a:xfrm>
          <a:prstGeom prst="rect">
            <a:avLst/>
          </a:prstGeom>
          <a:noFill/>
          <a:ln>
            <a:noFill/>
          </a:ln>
        </p:spPr>
      </p:sp>
      <p:sp>
        <p:nvSpPr>
          <p:cNvPr id="327" name="Google Shape;327;p45"/>
          <p:cNvSpPr/>
          <p:nvPr>
            <p:ph idx="7" type="pic"/>
          </p:nvPr>
        </p:nvSpPr>
        <p:spPr>
          <a:xfrm>
            <a:off x="6745975" y="1038850"/>
            <a:ext cx="2169600" cy="14535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5"/>
          <p:cNvSpPr/>
          <p:nvPr>
            <p:ph idx="8" type="pic"/>
          </p:nvPr>
        </p:nvSpPr>
        <p:spPr>
          <a:xfrm>
            <a:off x="1354150" y="1038850"/>
            <a:ext cx="1502400" cy="14535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45"/>
          <p:cNvSpPr/>
          <p:nvPr>
            <p:ph idx="9" type="pic"/>
          </p:nvPr>
        </p:nvSpPr>
        <p:spPr>
          <a:xfrm>
            <a:off x="2981410" y="1038850"/>
            <a:ext cx="2196300" cy="14535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45"/>
          <p:cNvSpPr/>
          <p:nvPr>
            <p:ph idx="13" type="pic"/>
          </p:nvPr>
        </p:nvSpPr>
        <p:spPr>
          <a:xfrm>
            <a:off x="5311004" y="1038850"/>
            <a:ext cx="1301700" cy="145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 and image">
  <p:cSld name="CUSTOM_2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6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3" name="Google Shape;333;p46"/>
          <p:cNvSpPr/>
          <p:nvPr>
            <p:ph idx="2" type="pic"/>
          </p:nvPr>
        </p:nvSpPr>
        <p:spPr>
          <a:xfrm>
            <a:off x="228600" y="164350"/>
            <a:ext cx="57513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Google Shape;334;p46"/>
          <p:cNvSpPr txBox="1"/>
          <p:nvPr>
            <p:ph type="title"/>
          </p:nvPr>
        </p:nvSpPr>
        <p:spPr>
          <a:xfrm>
            <a:off x="6095100" y="321875"/>
            <a:ext cx="2820300" cy="15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5" name="Google Shape;335;p46"/>
          <p:cNvSpPr txBox="1"/>
          <p:nvPr>
            <p:ph idx="1" type="subTitle"/>
          </p:nvPr>
        </p:nvSpPr>
        <p:spPr>
          <a:xfrm>
            <a:off x="6095100" y="1842575"/>
            <a:ext cx="2820300" cy="26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36" name="Google Shape;336;p46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337" name="Google Shape;337;p46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_2_1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7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40" name="Google Shape;340;p47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1" name="Google Shape;341;p47"/>
          <p:cNvSpPr txBox="1"/>
          <p:nvPr>
            <p:ph hasCustomPrompt="1" type="title"/>
          </p:nvPr>
        </p:nvSpPr>
        <p:spPr>
          <a:xfrm>
            <a:off x="225750" y="1212350"/>
            <a:ext cx="8606700" cy="439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9pPr>
          </a:lstStyle>
          <a:p>
            <a:r>
              <a:t>xx%</a:t>
            </a:r>
          </a:p>
        </p:txBody>
      </p:sp>
      <p:cxnSp>
        <p:nvCxnSpPr>
          <p:cNvPr id="342" name="Google Shape;342;p47"/>
          <p:cNvCxnSpPr/>
          <p:nvPr/>
        </p:nvCxnSpPr>
        <p:spPr>
          <a:xfrm flipH="1" rot="10800000">
            <a:off x="225750" y="12123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3" name="Google Shape;343;p47"/>
          <p:cNvSpPr txBox="1"/>
          <p:nvPr>
            <p:ph idx="1" type="body"/>
          </p:nvPr>
        </p:nvSpPr>
        <p:spPr>
          <a:xfrm>
            <a:off x="228600" y="578150"/>
            <a:ext cx="8692500" cy="63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2_1_1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8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46" name="Google Shape;346;p48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7" name="Google Shape;347;p48"/>
          <p:cNvSpPr txBox="1"/>
          <p:nvPr>
            <p:ph idx="1" type="body"/>
          </p:nvPr>
        </p:nvSpPr>
        <p:spPr>
          <a:xfrm>
            <a:off x="228600" y="3719575"/>
            <a:ext cx="3942600" cy="74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9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owun Batang"/>
              <a:buNone/>
              <a:defRPr sz="36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2947825"/>
            <a:ext cx="8520600" cy="16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44">
          <p15:clr>
            <a:srgbClr val="E46962"/>
          </p15:clr>
        </p15:guide>
        <p15:guide id="2" pos="5616">
          <p15:clr>
            <a:srgbClr val="E46962"/>
          </p15:clr>
        </p15:guide>
        <p15:guide id="3" orient="horz" pos="104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intip.in/DriveEarlyExi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intip.in/DriveEarlyExit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.png"/><Relationship Id="rId5" Type="http://schemas.openxmlformats.org/officeDocument/2006/relationships/image" Target="../media/image15.png"/><Relationship Id="rId6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0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50"/>
          <p:cNvSpPr txBox="1"/>
          <p:nvPr>
            <p:ph type="title"/>
          </p:nvPr>
        </p:nvSpPr>
        <p:spPr>
          <a:xfrm>
            <a:off x="228600" y="1909750"/>
            <a:ext cx="6232800" cy="9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Progress Update 8</a:t>
            </a:r>
            <a:r>
              <a:rPr lang="en"/>
              <a:t>/11</a:t>
            </a:r>
            <a:r>
              <a:rPr lang="en"/>
              <a:t>/2026</a:t>
            </a:r>
            <a:endParaRPr/>
          </a:p>
        </p:txBody>
      </p:sp>
      <p:sp>
        <p:nvSpPr>
          <p:cNvPr id="355" name="Google Shape;355;p50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1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1" name="Google Shape;361;p51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Hassan Khoury ©</a:t>
            </a:r>
            <a:endParaRPr/>
          </a:p>
        </p:txBody>
      </p:sp>
      <p:sp>
        <p:nvSpPr>
          <p:cNvPr id="362" name="Google Shape;362;p51"/>
          <p:cNvSpPr txBox="1"/>
          <p:nvPr>
            <p:ph type="title"/>
          </p:nvPr>
        </p:nvSpPr>
        <p:spPr>
          <a:xfrm>
            <a:off x="305900" y="197975"/>
            <a:ext cx="8686800" cy="6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Last week's plans</a:t>
            </a:r>
            <a:endParaRPr/>
          </a:p>
        </p:txBody>
      </p:sp>
      <p:sp>
        <p:nvSpPr>
          <p:cNvPr id="363" name="Google Shape;363;p51"/>
          <p:cNvSpPr txBox="1"/>
          <p:nvPr>
            <p:ph type="title"/>
          </p:nvPr>
        </p:nvSpPr>
        <p:spPr>
          <a:xfrm>
            <a:off x="118125" y="758100"/>
            <a:ext cx="8686800" cy="3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Profile the per-exit inference cost of a single model on both the training device and the target edge device. Then, estimate the translation gap between the two device profiles for hw. </a:t>
            </a:r>
            <a:endParaRPr sz="1600"/>
          </a:p>
          <a:p>
            <a:pPr indent="-330200" lvl="0" marL="457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Smaller subtasks: </a:t>
            </a:r>
            <a:endParaRPr sz="1600"/>
          </a:p>
          <a:p>
            <a:pPr indent="-330200" lvl="1" marL="9144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Train and Run the models on a100 (Done )</a:t>
            </a:r>
            <a:endParaRPr sz="1600"/>
          </a:p>
          <a:p>
            <a:pPr indent="-330200" lvl="1" marL="9144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Run the models on JetsonOrin  (Done but the LLama Model)</a:t>
            </a:r>
            <a:endParaRPr sz="16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Drive link : </a:t>
            </a:r>
            <a:r>
              <a:rPr lang="en" sz="1600" u="sng">
                <a:solidFill>
                  <a:schemeClr val="hlink"/>
                </a:solidFill>
                <a:hlinkClick r:id="rId3"/>
              </a:rPr>
              <a:t>intip.in/DriveEarlyExit</a:t>
            </a:r>
            <a:r>
              <a:rPr lang="en" sz="1600"/>
              <a:t> 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2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9" name="Google Shape;369;p52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Hassan Khoury ©</a:t>
            </a:r>
            <a:endParaRPr/>
          </a:p>
        </p:txBody>
      </p:sp>
      <p:sp>
        <p:nvSpPr>
          <p:cNvPr id="370" name="Google Shape;370;p52"/>
          <p:cNvSpPr txBox="1"/>
          <p:nvPr>
            <p:ph type="title"/>
          </p:nvPr>
        </p:nvSpPr>
        <p:spPr>
          <a:xfrm>
            <a:off x="305900" y="197975"/>
            <a:ext cx="8686800" cy="6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has been done</a:t>
            </a:r>
            <a:endParaRPr/>
          </a:p>
        </p:txBody>
      </p:sp>
      <p:sp>
        <p:nvSpPr>
          <p:cNvPr id="371" name="Google Shape;371;p52"/>
          <p:cNvSpPr txBox="1"/>
          <p:nvPr>
            <p:ph type="title"/>
          </p:nvPr>
        </p:nvSpPr>
        <p:spPr>
          <a:xfrm>
            <a:off x="118125" y="758100"/>
            <a:ext cx="8686800" cy="3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Run the models on A100 for benchmarking and using Lens Probing</a:t>
            </a:r>
            <a:endParaRPr sz="1600"/>
          </a:p>
          <a:p>
            <a:pPr indent="-330200" lvl="0" marL="457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For Training i implement 3 methods </a:t>
            </a:r>
            <a:endParaRPr sz="1600"/>
          </a:p>
          <a:p>
            <a:pPr indent="-330200" lvl="1" marL="9144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Lora Cascading (SEGD) </a:t>
            </a:r>
            <a:endParaRPr sz="1600"/>
          </a:p>
          <a:p>
            <a:pPr indent="-330200" lvl="1" marL="9144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Lora Pairwise Training (our method)</a:t>
            </a:r>
            <a:endParaRPr sz="1600"/>
          </a:p>
          <a:p>
            <a:pPr indent="-330200" lvl="1" marL="9144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Benchmarking on Jetson and A100 </a:t>
            </a:r>
            <a:endParaRPr sz="1600"/>
          </a:p>
          <a:p>
            <a:pPr indent="-330200" lvl="1" marL="9144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Translation Table</a:t>
            </a:r>
            <a:endParaRPr sz="16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The Result of this experiment is on </a:t>
            </a:r>
            <a:endParaRPr sz="16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chemeClr val="hlink"/>
                </a:solidFill>
                <a:hlinkClick r:id="rId3"/>
              </a:rPr>
              <a:t>http://intip.in/DriveEarlyExit</a:t>
            </a:r>
            <a:r>
              <a:rPr lang="en" sz="1600"/>
              <a:t>  under </a:t>
            </a:r>
            <a:r>
              <a:rPr b="1" lang="en" sz="1600"/>
              <a:t>Artifact folder </a:t>
            </a:r>
            <a:endParaRPr b="1" sz="16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The hardware used in this experiment is an NVIDIA GeForce A100</a:t>
            </a:r>
            <a:endParaRPr sz="16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3"/>
          <p:cNvSpPr txBox="1"/>
          <p:nvPr>
            <p:ph type="title"/>
          </p:nvPr>
        </p:nvSpPr>
        <p:spPr>
          <a:xfrm>
            <a:off x="118125" y="758100"/>
            <a:ext cx="8686800" cy="40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Protocol: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SeGD </a:t>
            </a:r>
            <a:r>
              <a:rPr lang="en" sz="1500"/>
              <a:t>LoRaExit (Liu, 2024):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We put a fresh head on each layer , we freeze the weights 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Train deepest exit first on labels quality loss, then walk  downward each shallow exit learns from the exit </a:t>
            </a:r>
            <a:r>
              <a:rPr b="1" lang="en" sz="1500"/>
              <a:t>immediately above it</a:t>
            </a:r>
            <a:endParaRPr b="1"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For each stages it the loss is the KL-divergence of logits + quality loss on labels </a:t>
            </a:r>
            <a:endParaRPr sz="15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Pairwise LoRaExit: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The sameway for SeGD but we use The deepest layer as a teacher and add feature hint loss. </a:t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77" name="Google Shape;377;p53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8" name="Google Shape;378;p53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Hassan Khoury ©</a:t>
            </a:r>
            <a:endParaRPr/>
          </a:p>
        </p:txBody>
      </p:sp>
      <p:sp>
        <p:nvSpPr>
          <p:cNvPr id="379" name="Google Shape;379;p53"/>
          <p:cNvSpPr txBox="1"/>
          <p:nvPr>
            <p:ph type="title"/>
          </p:nvPr>
        </p:nvSpPr>
        <p:spPr>
          <a:xfrm>
            <a:off x="305900" y="197975"/>
            <a:ext cx="8686800" cy="6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Result of Training of the model using 4 generalizable methods</a:t>
            </a:r>
            <a:endParaRPr sz="2000"/>
          </a:p>
        </p:txBody>
      </p:sp>
      <p:pic>
        <p:nvPicPr>
          <p:cNvPr id="380" name="Google Shape;38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6150" y="2465625"/>
            <a:ext cx="2379250" cy="38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8925" y="3675213"/>
            <a:ext cx="3619500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91447" y="3568760"/>
            <a:ext cx="3485950" cy="6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57721" y="4276121"/>
            <a:ext cx="2331464" cy="402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4"/>
          <p:cNvSpPr txBox="1"/>
          <p:nvPr>
            <p:ph type="title"/>
          </p:nvPr>
        </p:nvSpPr>
        <p:spPr>
          <a:xfrm>
            <a:off x="118125" y="758100"/>
            <a:ext cx="8686800" cy="3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Protocol: </a:t>
            </a:r>
            <a:endParaRPr sz="1400"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we apply all of the early exit after the transformer every blocks (11)</a:t>
            </a:r>
            <a:endParaRPr sz="1400"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We use the simplest  method that is using Lens only early exit (No training only Applying exit head on the exit by copying the trained FC to the early exit head)</a:t>
            </a:r>
            <a:br>
              <a:rPr lang="en" sz="1400"/>
            </a:br>
            <a:endParaRPr sz="1400"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We measure Hardware Energy Profile, Energy and Memory profile</a:t>
            </a:r>
            <a:endParaRPr sz="1400"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The model we ran are (</a:t>
            </a:r>
            <a:r>
              <a:rPr lang="en" sz="1400"/>
              <a:t>LlaMa 3.2 1B</a:t>
            </a:r>
            <a:r>
              <a:rPr lang="en" sz="1400"/>
              <a:t>, Bert-Large, Yolo v9-Gelan M, Google ViT )</a:t>
            </a:r>
            <a:br>
              <a:rPr lang="en" sz="1400"/>
            </a:br>
            <a:endParaRPr sz="1400"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All results are reported as the mean of all of the samples across different tasks </a:t>
            </a:r>
            <a:endParaRPr sz="1400"/>
          </a:p>
        </p:txBody>
      </p:sp>
      <p:sp>
        <p:nvSpPr>
          <p:cNvPr id="389" name="Google Shape;389;p54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0" name="Google Shape;390;p54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Hassan Khoury ©</a:t>
            </a:r>
            <a:endParaRPr/>
          </a:p>
        </p:txBody>
      </p:sp>
      <p:sp>
        <p:nvSpPr>
          <p:cNvPr id="391" name="Google Shape;391;p54"/>
          <p:cNvSpPr txBox="1"/>
          <p:nvPr>
            <p:ph type="title"/>
          </p:nvPr>
        </p:nvSpPr>
        <p:spPr>
          <a:xfrm>
            <a:off x="305900" y="197975"/>
            <a:ext cx="8686800" cy="6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Result of Inference Hardware and quality profile of Early Exit BERT </a:t>
            </a:r>
            <a:endParaRPr sz="2000"/>
          </a:p>
        </p:txBody>
      </p:sp>
      <p:pic>
        <p:nvPicPr>
          <p:cNvPr descr="{&quot;type&quot;:&quot;$$&quot;,&quot;aid&quot;:null,&quot;backgroundColor&quot;:&quot;#E9EBE8&quot;,&quot;id&quot;:&quot;2&quot;,&quot;backgroundColorModified&quot;:false,&quot;font&quot;:{&quot;family&quot;:&quot;Arial&quot;,&quot;color&quot;:&quot;#133817&quot;,&quot;size&quot;:10},&quot;code&quot;:&quot;$$C_{k\\left(x\\right)}=\\,\\left(T_{k\\left(x\\right)},E_{k\\left(x\\right)},M_{k\\left(x\\right)}\\right)$$&quot;,&quot;ts&quot;:1778581504538,&quot;cs&quot;:&quot;yZCYweC726EF3SE+2U1PfQ==&quot;,&quot;size&quot;:{&quot;width&quot;:183.66666666666666,&quot;height&quot;:18.833333333333332}}" id="392" name="Google Shape;39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2075" y="2149800"/>
            <a:ext cx="1749425" cy="179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5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Hassan Khoury ©</a:t>
            </a:r>
            <a:endParaRPr/>
          </a:p>
        </p:txBody>
      </p:sp>
      <p:sp>
        <p:nvSpPr>
          <p:cNvPr id="398" name="Google Shape;398;p55"/>
          <p:cNvSpPr txBox="1"/>
          <p:nvPr>
            <p:ph type="title"/>
          </p:nvPr>
        </p:nvSpPr>
        <p:spPr>
          <a:xfrm>
            <a:off x="305900" y="197975"/>
            <a:ext cx="8686800" cy="6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A100 Result of Lens probing- BERT Averaged over 7 data (Quality ACC)</a:t>
            </a:r>
            <a:endParaRPr sz="3500"/>
          </a:p>
        </p:txBody>
      </p:sp>
      <p:pic>
        <p:nvPicPr>
          <p:cNvPr id="399" name="Google Shape;399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750" y="662300"/>
            <a:ext cx="7548901" cy="4241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6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5" name="Google Shape;405;p56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Hassan Khoury ©</a:t>
            </a:r>
            <a:endParaRPr/>
          </a:p>
        </p:txBody>
      </p:sp>
      <p:sp>
        <p:nvSpPr>
          <p:cNvPr id="406" name="Google Shape;406;p56"/>
          <p:cNvSpPr txBox="1"/>
          <p:nvPr>
            <p:ph type="title"/>
          </p:nvPr>
        </p:nvSpPr>
        <p:spPr>
          <a:xfrm>
            <a:off x="305900" y="197975"/>
            <a:ext cx="8686800" cy="6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A100 Result </a:t>
            </a:r>
            <a:r>
              <a:rPr lang="en" sz="2000"/>
              <a:t>BERT Averaged over  7</a:t>
            </a:r>
            <a:r>
              <a:rPr lang="en" sz="2000"/>
              <a:t> data (Hardware profile) vs Jetson</a:t>
            </a:r>
            <a:endParaRPr/>
          </a:p>
        </p:txBody>
      </p:sp>
      <p:sp>
        <p:nvSpPr>
          <p:cNvPr id="407" name="Google Shape;407;p56"/>
          <p:cNvSpPr txBox="1"/>
          <p:nvPr>
            <p:ph type="title"/>
          </p:nvPr>
        </p:nvSpPr>
        <p:spPr>
          <a:xfrm>
            <a:off x="305900" y="743150"/>
            <a:ext cx="8686800" cy="3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408" name="Google Shape;408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657650"/>
            <a:ext cx="8455050" cy="2254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7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4" name="Google Shape;414;p57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Hassan Khoury ©</a:t>
            </a:r>
            <a:endParaRPr/>
          </a:p>
        </p:txBody>
      </p:sp>
      <p:sp>
        <p:nvSpPr>
          <p:cNvPr id="415" name="Google Shape;415;p57"/>
          <p:cNvSpPr txBox="1"/>
          <p:nvPr>
            <p:ph type="title"/>
          </p:nvPr>
        </p:nvSpPr>
        <p:spPr>
          <a:xfrm>
            <a:off x="305900" y="197975"/>
            <a:ext cx="8686800" cy="6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A100 Result </a:t>
            </a:r>
            <a:r>
              <a:rPr lang="en" sz="2000"/>
              <a:t>BERT Averaged over 7 </a:t>
            </a:r>
            <a:r>
              <a:rPr lang="en" sz="2000"/>
              <a:t>data (Latency)</a:t>
            </a:r>
            <a:endParaRPr/>
          </a:p>
        </p:txBody>
      </p:sp>
      <p:sp>
        <p:nvSpPr>
          <p:cNvPr id="416" name="Google Shape;416;p57"/>
          <p:cNvSpPr txBox="1"/>
          <p:nvPr>
            <p:ph type="title"/>
          </p:nvPr>
        </p:nvSpPr>
        <p:spPr>
          <a:xfrm>
            <a:off x="305900" y="743150"/>
            <a:ext cx="8686800" cy="3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417" name="Google Shape;417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37956"/>
            <a:ext cx="9143998" cy="3667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8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3" name="Google Shape;423;p58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Hassan Khoury ©</a:t>
            </a:r>
            <a:endParaRPr/>
          </a:p>
        </p:txBody>
      </p:sp>
      <p:sp>
        <p:nvSpPr>
          <p:cNvPr id="424" name="Google Shape;424;p58"/>
          <p:cNvSpPr txBox="1"/>
          <p:nvPr>
            <p:ph type="title"/>
          </p:nvPr>
        </p:nvSpPr>
        <p:spPr>
          <a:xfrm>
            <a:off x="305900" y="197975"/>
            <a:ext cx="8686800" cy="6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A100 Result </a:t>
            </a:r>
            <a:r>
              <a:rPr lang="en" sz="2000"/>
              <a:t>BERT Averaged over 7 data </a:t>
            </a:r>
            <a:r>
              <a:rPr lang="en" sz="2000"/>
              <a:t>(Energy Cost)</a:t>
            </a:r>
            <a:endParaRPr/>
          </a:p>
        </p:txBody>
      </p:sp>
      <p:sp>
        <p:nvSpPr>
          <p:cNvPr id="425" name="Google Shape;425;p58"/>
          <p:cNvSpPr txBox="1"/>
          <p:nvPr>
            <p:ph type="title"/>
          </p:nvPr>
        </p:nvSpPr>
        <p:spPr>
          <a:xfrm>
            <a:off x="305900" y="743150"/>
            <a:ext cx="8686800" cy="3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426" name="Google Shape;426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37956"/>
            <a:ext cx="9143998" cy="3667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9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2" name="Google Shape;432;p59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Hassan Khoury ©</a:t>
            </a:r>
            <a:endParaRPr/>
          </a:p>
        </p:txBody>
      </p:sp>
      <p:sp>
        <p:nvSpPr>
          <p:cNvPr id="433" name="Google Shape;433;p59"/>
          <p:cNvSpPr txBox="1"/>
          <p:nvPr>
            <p:ph type="title"/>
          </p:nvPr>
        </p:nvSpPr>
        <p:spPr>
          <a:xfrm>
            <a:off x="305900" y="197975"/>
            <a:ext cx="8686800" cy="6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A100 Result ViT Averaged over 7 data (Quality)</a:t>
            </a:r>
            <a:endParaRPr/>
          </a:p>
        </p:txBody>
      </p:sp>
      <p:sp>
        <p:nvSpPr>
          <p:cNvPr id="434" name="Google Shape;434;p59"/>
          <p:cNvSpPr txBox="1"/>
          <p:nvPr>
            <p:ph type="title"/>
          </p:nvPr>
        </p:nvSpPr>
        <p:spPr>
          <a:xfrm>
            <a:off x="228600" y="713150"/>
            <a:ext cx="8686800" cy="3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435" name="Google Shape;435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5425" y="791797"/>
            <a:ext cx="6587751" cy="370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60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1" name="Google Shape;441;p60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Hassan Khoury ©</a:t>
            </a:r>
            <a:endParaRPr/>
          </a:p>
        </p:txBody>
      </p:sp>
      <p:sp>
        <p:nvSpPr>
          <p:cNvPr id="442" name="Google Shape;442;p60"/>
          <p:cNvSpPr txBox="1"/>
          <p:nvPr>
            <p:ph type="title"/>
          </p:nvPr>
        </p:nvSpPr>
        <p:spPr>
          <a:xfrm>
            <a:off x="305900" y="197975"/>
            <a:ext cx="8686800" cy="6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A100 Result </a:t>
            </a:r>
            <a:r>
              <a:rPr lang="en" sz="2000"/>
              <a:t>ViT Averaged over 7 data </a:t>
            </a:r>
            <a:r>
              <a:rPr lang="en" sz="2000"/>
              <a:t> (Hardware profile)</a:t>
            </a:r>
            <a:endParaRPr/>
          </a:p>
        </p:txBody>
      </p:sp>
      <p:sp>
        <p:nvSpPr>
          <p:cNvPr id="443" name="Google Shape;443;p60"/>
          <p:cNvSpPr txBox="1"/>
          <p:nvPr>
            <p:ph type="title"/>
          </p:nvPr>
        </p:nvSpPr>
        <p:spPr>
          <a:xfrm>
            <a:off x="305900" y="743150"/>
            <a:ext cx="8686800" cy="3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444" name="Google Shape;444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657650"/>
            <a:ext cx="8501652" cy="226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61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0" name="Google Shape;450;p61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Hassan Khoury ©</a:t>
            </a:r>
            <a:endParaRPr/>
          </a:p>
        </p:txBody>
      </p:sp>
      <p:sp>
        <p:nvSpPr>
          <p:cNvPr id="451" name="Google Shape;451;p61"/>
          <p:cNvSpPr txBox="1"/>
          <p:nvPr>
            <p:ph type="title"/>
          </p:nvPr>
        </p:nvSpPr>
        <p:spPr>
          <a:xfrm>
            <a:off x="305900" y="197975"/>
            <a:ext cx="8686800" cy="6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A100 Result </a:t>
            </a:r>
            <a:r>
              <a:rPr lang="en" sz="2000"/>
              <a:t>ViT Averaged over 7 data </a:t>
            </a:r>
            <a:r>
              <a:rPr lang="en" sz="2000"/>
              <a:t> (Latency)</a:t>
            </a:r>
            <a:endParaRPr/>
          </a:p>
        </p:txBody>
      </p:sp>
      <p:sp>
        <p:nvSpPr>
          <p:cNvPr id="452" name="Google Shape;452;p61"/>
          <p:cNvSpPr txBox="1"/>
          <p:nvPr>
            <p:ph type="title"/>
          </p:nvPr>
        </p:nvSpPr>
        <p:spPr>
          <a:xfrm>
            <a:off x="305900" y="743150"/>
            <a:ext cx="8686800" cy="3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453" name="Google Shape;453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37956"/>
            <a:ext cx="9143998" cy="3667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2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9" name="Google Shape;459;p62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Hassan Khoury ©</a:t>
            </a:r>
            <a:endParaRPr/>
          </a:p>
        </p:txBody>
      </p:sp>
      <p:sp>
        <p:nvSpPr>
          <p:cNvPr id="460" name="Google Shape;460;p62"/>
          <p:cNvSpPr txBox="1"/>
          <p:nvPr>
            <p:ph type="title"/>
          </p:nvPr>
        </p:nvSpPr>
        <p:spPr>
          <a:xfrm>
            <a:off x="305900" y="197975"/>
            <a:ext cx="8686800" cy="6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A100 ResultViT Averaged </a:t>
            </a:r>
            <a:r>
              <a:rPr lang="en" sz="2000"/>
              <a:t>over </a:t>
            </a:r>
            <a:r>
              <a:rPr lang="en" sz="2000"/>
              <a:t>7 data (Energy Cost)</a:t>
            </a:r>
            <a:endParaRPr/>
          </a:p>
        </p:txBody>
      </p:sp>
      <p:sp>
        <p:nvSpPr>
          <p:cNvPr id="461" name="Google Shape;461;p62"/>
          <p:cNvSpPr txBox="1"/>
          <p:nvPr>
            <p:ph type="title"/>
          </p:nvPr>
        </p:nvSpPr>
        <p:spPr>
          <a:xfrm>
            <a:off x="228600" y="713150"/>
            <a:ext cx="8686800" cy="3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462" name="Google Shape;462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37956"/>
            <a:ext cx="9143998" cy="3667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63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8" name="Google Shape;468;p63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Hassan Khoury ©</a:t>
            </a:r>
            <a:endParaRPr/>
          </a:p>
        </p:txBody>
      </p:sp>
      <p:sp>
        <p:nvSpPr>
          <p:cNvPr id="469" name="Google Shape;469;p63"/>
          <p:cNvSpPr txBox="1"/>
          <p:nvPr>
            <p:ph type="title"/>
          </p:nvPr>
        </p:nvSpPr>
        <p:spPr>
          <a:xfrm>
            <a:off x="305900" y="197975"/>
            <a:ext cx="8686800" cy="6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A100 Result of Lens probing- YoloV9 Gelan Averaged </a:t>
            </a:r>
            <a:r>
              <a:rPr lang="en" sz="2000"/>
              <a:t>over </a:t>
            </a:r>
            <a:r>
              <a:rPr lang="en" sz="2000"/>
              <a:t>1 data (Quality)</a:t>
            </a:r>
            <a:endParaRPr/>
          </a:p>
        </p:txBody>
      </p:sp>
      <p:sp>
        <p:nvSpPr>
          <p:cNvPr id="470" name="Google Shape;470;p63"/>
          <p:cNvSpPr txBox="1"/>
          <p:nvPr>
            <p:ph type="title"/>
          </p:nvPr>
        </p:nvSpPr>
        <p:spPr>
          <a:xfrm>
            <a:off x="228600" y="713150"/>
            <a:ext cx="8686800" cy="3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471" name="Google Shape;471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6950" y="1386475"/>
            <a:ext cx="4022699" cy="226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175" y="1386475"/>
            <a:ext cx="3897774" cy="219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4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8" name="Google Shape;478;p64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Hassan Khoury ©</a:t>
            </a:r>
            <a:endParaRPr/>
          </a:p>
        </p:txBody>
      </p:sp>
      <p:sp>
        <p:nvSpPr>
          <p:cNvPr id="479" name="Google Shape;479;p64"/>
          <p:cNvSpPr txBox="1"/>
          <p:nvPr>
            <p:ph type="title"/>
          </p:nvPr>
        </p:nvSpPr>
        <p:spPr>
          <a:xfrm>
            <a:off x="305900" y="197975"/>
            <a:ext cx="8686800" cy="6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A100 Result </a:t>
            </a:r>
            <a:r>
              <a:rPr lang="en" sz="2000"/>
              <a:t>YoloV9 Gelan Averaged over 1 data</a:t>
            </a:r>
            <a:r>
              <a:rPr lang="en" sz="2000"/>
              <a:t>  (Hardware profile)</a:t>
            </a:r>
            <a:endParaRPr/>
          </a:p>
        </p:txBody>
      </p:sp>
      <p:pic>
        <p:nvPicPr>
          <p:cNvPr id="480" name="Google Shape;480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33475"/>
            <a:ext cx="8443725" cy="2251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5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6" name="Google Shape;486;p65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Hassan Khoury ©</a:t>
            </a:r>
            <a:endParaRPr/>
          </a:p>
        </p:txBody>
      </p:sp>
      <p:sp>
        <p:nvSpPr>
          <p:cNvPr id="487" name="Google Shape;487;p65"/>
          <p:cNvSpPr txBox="1"/>
          <p:nvPr>
            <p:ph type="title"/>
          </p:nvPr>
        </p:nvSpPr>
        <p:spPr>
          <a:xfrm>
            <a:off x="305900" y="197975"/>
            <a:ext cx="8686800" cy="6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A100 Result </a:t>
            </a:r>
            <a:r>
              <a:rPr lang="en" sz="2000"/>
              <a:t>YoloV9 Gelan Averaged over 1 data</a:t>
            </a:r>
            <a:r>
              <a:rPr lang="en" sz="2000"/>
              <a:t> (Latency)</a:t>
            </a:r>
            <a:endParaRPr/>
          </a:p>
        </p:txBody>
      </p:sp>
      <p:sp>
        <p:nvSpPr>
          <p:cNvPr id="488" name="Google Shape;488;p65"/>
          <p:cNvSpPr txBox="1"/>
          <p:nvPr>
            <p:ph type="title"/>
          </p:nvPr>
        </p:nvSpPr>
        <p:spPr>
          <a:xfrm>
            <a:off x="305900" y="743150"/>
            <a:ext cx="8686800" cy="3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489" name="Google Shape;489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25" y="795306"/>
            <a:ext cx="9143998" cy="3667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6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5" name="Google Shape;495;p66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Hassan Khoury ©</a:t>
            </a:r>
            <a:endParaRPr/>
          </a:p>
        </p:txBody>
      </p:sp>
      <p:sp>
        <p:nvSpPr>
          <p:cNvPr id="496" name="Google Shape;496;p66"/>
          <p:cNvSpPr txBox="1"/>
          <p:nvPr>
            <p:ph type="title"/>
          </p:nvPr>
        </p:nvSpPr>
        <p:spPr>
          <a:xfrm>
            <a:off x="305900" y="197975"/>
            <a:ext cx="8686800" cy="6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A100 Result of Lens probing- YoloV9 Gelan Averaged over 1 data (Energy Cost)</a:t>
            </a:r>
            <a:endParaRPr/>
          </a:p>
        </p:txBody>
      </p:sp>
      <p:sp>
        <p:nvSpPr>
          <p:cNvPr id="497" name="Google Shape;497;p66"/>
          <p:cNvSpPr txBox="1"/>
          <p:nvPr>
            <p:ph type="title"/>
          </p:nvPr>
        </p:nvSpPr>
        <p:spPr>
          <a:xfrm>
            <a:off x="228600" y="713150"/>
            <a:ext cx="8686800" cy="3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498" name="Google Shape;498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2850"/>
            <a:ext cx="8768451" cy="233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67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4" name="Google Shape;504;p67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Hassan Khoury ©</a:t>
            </a:r>
            <a:endParaRPr/>
          </a:p>
        </p:txBody>
      </p:sp>
      <p:sp>
        <p:nvSpPr>
          <p:cNvPr id="505" name="Google Shape;505;p67"/>
          <p:cNvSpPr txBox="1"/>
          <p:nvPr>
            <p:ph type="title"/>
          </p:nvPr>
        </p:nvSpPr>
        <p:spPr>
          <a:xfrm>
            <a:off x="305900" y="197975"/>
            <a:ext cx="8686800" cy="6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Conclusion</a:t>
            </a:r>
            <a:endParaRPr/>
          </a:p>
        </p:txBody>
      </p:sp>
      <p:sp>
        <p:nvSpPr>
          <p:cNvPr id="506" name="Google Shape;506;p67"/>
          <p:cNvSpPr txBox="1"/>
          <p:nvPr>
            <p:ph type="title"/>
          </p:nvPr>
        </p:nvSpPr>
        <p:spPr>
          <a:xfrm>
            <a:off x="228600" y="710025"/>
            <a:ext cx="8686800" cy="3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Jetson Profile have a lower </a:t>
            </a:r>
            <a:r>
              <a:rPr lang="en" sz="1600"/>
              <a:t>usage</a:t>
            </a:r>
            <a:r>
              <a:rPr lang="en" sz="1600"/>
              <a:t> on hardware computation but follows overall thalmo0st </a:t>
            </a:r>
            <a:r>
              <a:rPr lang="en" sz="1600"/>
              <a:t>similar</a:t>
            </a:r>
            <a:r>
              <a:rPr lang="en" sz="1600"/>
              <a:t> </a:t>
            </a:r>
            <a:r>
              <a:rPr lang="en" sz="1600"/>
              <a:t>trends</a:t>
            </a:r>
            <a:r>
              <a:rPr lang="en" sz="1600"/>
              <a:t>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Our method have better quality in deper layer but not in shallower layer</a:t>
            </a:r>
            <a:endParaRPr sz="1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8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2" name="Google Shape;512;p68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Hassan Khoury ©</a:t>
            </a:r>
            <a:endParaRPr/>
          </a:p>
        </p:txBody>
      </p:sp>
      <p:sp>
        <p:nvSpPr>
          <p:cNvPr id="513" name="Google Shape;513;p68"/>
          <p:cNvSpPr txBox="1"/>
          <p:nvPr>
            <p:ph type="title"/>
          </p:nvPr>
        </p:nvSpPr>
        <p:spPr>
          <a:xfrm>
            <a:off x="305900" y="197975"/>
            <a:ext cx="8686800" cy="6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Obstacle </a:t>
            </a:r>
            <a:endParaRPr/>
          </a:p>
        </p:txBody>
      </p:sp>
      <p:sp>
        <p:nvSpPr>
          <p:cNvPr id="514" name="Google Shape;514;p68"/>
          <p:cNvSpPr txBox="1"/>
          <p:nvPr>
            <p:ph type="title"/>
          </p:nvPr>
        </p:nvSpPr>
        <p:spPr>
          <a:xfrm>
            <a:off x="228600" y="743150"/>
            <a:ext cx="8686800" cy="3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9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0" name="Google Shape;520;p69"/>
          <p:cNvSpPr txBox="1"/>
          <p:nvPr>
            <p:ph type="title"/>
          </p:nvPr>
        </p:nvSpPr>
        <p:spPr>
          <a:xfrm>
            <a:off x="166475" y="765000"/>
            <a:ext cx="8686800" cy="3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Continue training for the 3 methods 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Joint Training 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Lora Cascade Adaptation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Lora Pairwise training</a:t>
            </a:r>
            <a:endParaRPr sz="1600"/>
          </a:p>
          <a:p>
            <a:pPr indent="-330200" lvl="0" marL="457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Also continue running Hardware Benchmarking on Jetson orin </a:t>
            </a:r>
            <a:endParaRPr sz="1600"/>
          </a:p>
          <a:p>
            <a:pPr indent="-330200" lvl="0" marL="457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Re run Yolo because of the bugs</a:t>
            </a:r>
            <a:endParaRPr sz="1600"/>
          </a:p>
          <a:p>
            <a:pPr indent="-330200" lvl="0" marL="457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Try to start to apply Quantization to the early exitted model that have been trained. </a:t>
            </a:r>
            <a:endParaRPr sz="1600"/>
          </a:p>
          <a:p>
            <a:pPr indent="-330200" lvl="0" marL="457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Create a hardware translation table on </a:t>
            </a:r>
            <a:r>
              <a:rPr b="1" lang="en" sz="1600"/>
              <a:t>memory, energy, latency</a:t>
            </a:r>
            <a:endParaRPr b="1"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21" name="Google Shape;521;p69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Hassan Khoury ©</a:t>
            </a:r>
            <a:endParaRPr/>
          </a:p>
        </p:txBody>
      </p:sp>
      <p:sp>
        <p:nvSpPr>
          <p:cNvPr id="522" name="Google Shape;522;p69"/>
          <p:cNvSpPr txBox="1"/>
          <p:nvPr>
            <p:ph type="title"/>
          </p:nvPr>
        </p:nvSpPr>
        <p:spPr>
          <a:xfrm>
            <a:off x="305900" y="197975"/>
            <a:ext cx="8686800" cy="6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will be done next week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70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8" name="Google Shape;528;p70"/>
          <p:cNvSpPr txBox="1"/>
          <p:nvPr>
            <p:ph type="title"/>
          </p:nvPr>
        </p:nvSpPr>
        <p:spPr>
          <a:xfrm>
            <a:off x="191050" y="756800"/>
            <a:ext cx="8686800" cy="3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Zhang, L., Song, J., Gao, A., Chen, J., Bao, C. and Ma, K., 2019. Be your own teacher: Improve the performance of convolutional neural networks via self distillation. In Proceedings of the IEEE/CVF international conference on computer vision (pp. 3713-3722).</a:t>
            </a:r>
            <a:endParaRPr sz="1000"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Liu, J., Tang, P., Hou, X., Li, C. and Heng, P.A., 2024, November. LoRAExit: empowering dynamic modulation of llms in resource-limited settings using low-rank adapters. In Findings of the Association for Computational Linguistics: EMNLP 2024 (pp. 9211-9225).</a:t>
            </a:r>
            <a:endParaRPr sz="1000"/>
          </a:p>
        </p:txBody>
      </p:sp>
      <p:sp>
        <p:nvSpPr>
          <p:cNvPr id="529" name="Google Shape;529;p70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Hassan Khoury ©</a:t>
            </a:r>
            <a:endParaRPr/>
          </a:p>
        </p:txBody>
      </p:sp>
      <p:sp>
        <p:nvSpPr>
          <p:cNvPr id="530" name="Google Shape;530;p70"/>
          <p:cNvSpPr txBox="1"/>
          <p:nvPr>
            <p:ph type="title"/>
          </p:nvPr>
        </p:nvSpPr>
        <p:spPr>
          <a:xfrm>
            <a:off x="305900" y="197975"/>
            <a:ext cx="8686800" cy="6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Bibliography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rtfolio">
  <a:themeElements>
    <a:clrScheme name="Simple Light">
      <a:dk1>
        <a:srgbClr val="133817"/>
      </a:dk1>
      <a:lt1>
        <a:srgbClr val="E9EBE8"/>
      </a:lt1>
      <a:dk2>
        <a:srgbClr val="C2C7C0"/>
      </a:dk2>
      <a:lt2>
        <a:srgbClr val="EE7630"/>
      </a:lt2>
      <a:accent1>
        <a:srgbClr val="000000"/>
      </a:accent1>
      <a:accent2>
        <a:srgbClr val="931F1D"/>
      </a:accent2>
      <a:accent3>
        <a:srgbClr val="4F7CAC"/>
      </a:accent3>
      <a:accent4>
        <a:srgbClr val="C287E8"/>
      </a:accent4>
      <a:accent5>
        <a:srgbClr val="563635"/>
      </a:accent5>
      <a:accent6>
        <a:srgbClr val="63A46C"/>
      </a:accent6>
      <a:hlink>
        <a:srgbClr val="B7440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