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84" r:id="rId11"/>
    <p:sldId id="265" r:id="rId12"/>
    <p:sldId id="266" r:id="rId13"/>
    <p:sldId id="267" r:id="rId14"/>
    <p:sldId id="268" r:id="rId15"/>
    <p:sldId id="285" r:id="rId16"/>
    <p:sldId id="269" r:id="rId17"/>
    <p:sldId id="270" r:id="rId18"/>
    <p:sldId id="271" r:id="rId19"/>
    <p:sldId id="272" r:id="rId20"/>
    <p:sldId id="286" r:id="rId21"/>
    <p:sldId id="277" r:id="rId22"/>
    <p:sldId id="278" r:id="rId23"/>
    <p:sldId id="287" r:id="rId24"/>
    <p:sldId id="279" r:id="rId25"/>
    <p:sldId id="288" r:id="rId26"/>
    <p:sldId id="273" r:id="rId27"/>
    <p:sldId id="274" r:id="rId28"/>
    <p:sldId id="275" r:id="rId29"/>
    <p:sldId id="276" r:id="rId30"/>
  </p:sldIdLst>
  <p:sldSz cx="9144000" cy="5143500" type="screen16x9"/>
  <p:notesSz cx="6858000" cy="9144000"/>
  <p:embeddedFontLst>
    <p:embeddedFont>
      <p:font typeface="Gowun Batang" panose="020B0604020202020204" charset="-127"/>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ce7e7b240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ce7e7b24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ce7e7b2406_2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ce7e7b2406_2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d60bbfd9e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d60bbfd9e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e11765e5b4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e11765e5b4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eca93ad66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eca93ad6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ee9a8d74a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ee9a8d74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eca93ad660_6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eca93ad660_6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eca93ad660_6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eca93ad660_6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eca93ad660_6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eca93ad660_6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ee9a8d74a3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3ee9a8d74a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eca93ad660_6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eca93ad660_6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eca93ad660_6_1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eca93ad660_6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eca93ad660_6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eca93ad660_6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eca93ad660_6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eca93ad660_6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eca93ad660_6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eca93ad660_6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eca93ad660_6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eca93ad660_6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ee9a8d74a3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ee9a8d74a3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d83d4d7581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d83d4d7581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eca93ad660_6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eca93ad660_6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d60bbfd9e1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3d60bbfd9e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Terus sampaikan di meeting kalau Kita aim untuk submit ke Asplos, deadline Augustus.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e336cba11c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e336cba11c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Terus sampaikan di meeting kalau Kita aim untuk submit ke Asplos, deadline Augustus.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with header and footer"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228600" y="2856025"/>
            <a:ext cx="1889400" cy="670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1" name="Google Shape;11;p2"/>
          <p:cNvSpPr txBox="1">
            <a:spLocks noGrp="1"/>
          </p:cNvSpPr>
          <p:nvPr>
            <p:ph type="body" idx="2"/>
          </p:nvPr>
        </p:nvSpPr>
        <p:spPr>
          <a:xfrm>
            <a:off x="228600" y="168075"/>
            <a:ext cx="1889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2" name="Google Shape;12;p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 name="Google Shape;13;p2"/>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4" name="Google Shape;14;p2"/>
          <p:cNvSpPr txBox="1">
            <a:spLocks noGrp="1"/>
          </p:cNvSpPr>
          <p:nvPr>
            <p:ph type="title"/>
          </p:nvPr>
        </p:nvSpPr>
        <p:spPr>
          <a:xfrm>
            <a:off x="228600" y="1909750"/>
            <a:ext cx="6232800" cy="946200"/>
          </a:xfrm>
          <a:prstGeom prst="rect">
            <a:avLst/>
          </a:prstGeom>
        </p:spPr>
        <p:txBody>
          <a:bodyPr spcFirstLastPara="1" wrap="square" lIns="91425" tIns="91425" rIns="91425" bIns="91425" anchor="b"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5" name="Google Shape;15;p2"/>
          <p:cNvSpPr txBox="1">
            <a:spLocks noGrp="1"/>
          </p:cNvSpPr>
          <p:nvPr>
            <p:ph type="body" idx="4"/>
          </p:nvPr>
        </p:nvSpPr>
        <p:spPr>
          <a:xfrm>
            <a:off x="2400300" y="2856025"/>
            <a:ext cx="1889400" cy="670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6" name="Google Shape;16;p2"/>
          <p:cNvSpPr txBox="1">
            <a:spLocks noGrp="1"/>
          </p:cNvSpPr>
          <p:nvPr>
            <p:ph type="body" idx="5"/>
          </p:nvPr>
        </p:nvSpPr>
        <p:spPr>
          <a:xfrm>
            <a:off x="2400300" y="168075"/>
            <a:ext cx="1889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7" name="Google Shape;17;p2"/>
          <p:cNvSpPr txBox="1">
            <a:spLocks noGrp="1"/>
          </p:cNvSpPr>
          <p:nvPr>
            <p:ph type="body" idx="6"/>
          </p:nvPr>
        </p:nvSpPr>
        <p:spPr>
          <a:xfrm>
            <a:off x="4572000" y="168075"/>
            <a:ext cx="1889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8" name="Google Shape;18;p2"/>
          <p:cNvSpPr txBox="1">
            <a:spLocks noGrp="1"/>
          </p:cNvSpPr>
          <p:nvPr>
            <p:ph type="body" idx="7"/>
          </p:nvPr>
        </p:nvSpPr>
        <p:spPr>
          <a:xfrm>
            <a:off x="6743700" y="168075"/>
            <a:ext cx="1889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9" name="Google Shape;19;p2"/>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_1">
    <p:spTree>
      <p:nvGrpSpPr>
        <p:cNvPr id="1" name="Shape 20"/>
        <p:cNvGrpSpPr/>
        <p:nvPr/>
      </p:nvGrpSpPr>
      <p:grpSpPr>
        <a:xfrm>
          <a:off x="0" y="0"/>
          <a:ext cx="0" cy="0"/>
          <a:chOff x="0" y="0"/>
          <a:chExt cx="0" cy="0"/>
        </a:xfrm>
      </p:grpSpPr>
      <p:sp>
        <p:nvSpPr>
          <p:cNvPr id="21" name="Google Shape;21;p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3"/>
          <p:cNvSpPr txBox="1">
            <a:spLocks noGrp="1"/>
          </p:cNvSpPr>
          <p:nvPr>
            <p:ph type="title"/>
          </p:nvPr>
        </p:nvSpPr>
        <p:spPr>
          <a:xfrm>
            <a:off x="228600" y="1909750"/>
            <a:ext cx="6232800" cy="946200"/>
          </a:xfrm>
          <a:prstGeom prst="rect">
            <a:avLst/>
          </a:prstGeom>
        </p:spPr>
        <p:txBody>
          <a:bodyPr spcFirstLastPara="1" wrap="square" lIns="91425" tIns="91425" rIns="91425" bIns="91425" anchor="b"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cxnSp>
        <p:nvCxnSpPr>
          <p:cNvPr id="23" name="Google Shape;23;p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24" name="Google Shape;24;p3"/>
          <p:cNvSpPr txBox="1">
            <a:spLocks noGrp="1"/>
          </p:cNvSpPr>
          <p:nvPr>
            <p:ph type="subTitle" idx="1"/>
          </p:nvPr>
        </p:nvSpPr>
        <p:spPr>
          <a:xfrm>
            <a:off x="228600" y="2866225"/>
            <a:ext cx="6232800" cy="649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1_1">
    <p:spTree>
      <p:nvGrpSpPr>
        <p:cNvPr id="1" name="Shape 25"/>
        <p:cNvGrpSpPr/>
        <p:nvPr/>
      </p:nvGrpSpPr>
      <p:grpSpPr>
        <a:xfrm>
          <a:off x="0" y="0"/>
          <a:ext cx="0" cy="0"/>
          <a:chOff x="0" y="0"/>
          <a:chExt cx="0" cy="0"/>
        </a:xfrm>
      </p:grpSpPr>
      <p:sp>
        <p:nvSpPr>
          <p:cNvPr id="26" name="Google Shape;26;p4"/>
          <p:cNvSpPr txBox="1">
            <a:spLocks noGrp="1"/>
          </p:cNvSpPr>
          <p:nvPr>
            <p:ph type="body" idx="1"/>
          </p:nvPr>
        </p:nvSpPr>
        <p:spPr>
          <a:xfrm>
            <a:off x="228600" y="2856025"/>
            <a:ext cx="1889400" cy="670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7" name="Google Shape;27;p4"/>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8" name="Google Shape;28;p4"/>
          <p:cNvSpPr txBox="1">
            <a:spLocks noGrp="1"/>
          </p:cNvSpPr>
          <p:nvPr>
            <p:ph type="title"/>
          </p:nvPr>
        </p:nvSpPr>
        <p:spPr>
          <a:xfrm>
            <a:off x="228600" y="1909750"/>
            <a:ext cx="6232800" cy="946200"/>
          </a:xfrm>
          <a:prstGeom prst="rect">
            <a:avLst/>
          </a:prstGeom>
        </p:spPr>
        <p:txBody>
          <a:bodyPr spcFirstLastPara="1" wrap="square" lIns="91425" tIns="91425" rIns="91425" bIns="91425" anchor="b"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cxnSp>
        <p:nvCxnSpPr>
          <p:cNvPr id="29" name="Google Shape;29;p4"/>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x" type="secHead">
  <p:cSld name="SECTION_HEADER">
    <p:spTree>
      <p:nvGrpSpPr>
        <p:cNvPr id="1" name="Shape 30"/>
        <p:cNvGrpSpPr/>
        <p:nvPr/>
      </p:nvGrpSpPr>
      <p:grpSpPr>
        <a:xfrm>
          <a:off x="0" y="0"/>
          <a:ext cx="0" cy="0"/>
          <a:chOff x="0" y="0"/>
          <a:chExt cx="0" cy="0"/>
        </a:xfrm>
      </p:grpSpPr>
      <p:sp>
        <p:nvSpPr>
          <p:cNvPr id="31" name="Google Shape;31;p5"/>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 name="Google Shape;32;p5"/>
          <p:cNvSpPr txBox="1">
            <a:spLocks noGrp="1"/>
          </p:cNvSpPr>
          <p:nvPr>
            <p:ph type="subTitle" idx="1"/>
          </p:nvPr>
        </p:nvSpPr>
        <p:spPr>
          <a:xfrm>
            <a:off x="228600" y="167750"/>
            <a:ext cx="5257800" cy="3105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33" name="Google Shape;33;p5"/>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34" name="Google Shape;34;p5"/>
          <p:cNvCxnSpPr/>
          <p:nvPr/>
        </p:nvCxnSpPr>
        <p:spPr>
          <a:xfrm>
            <a:off x="228600" y="478125"/>
            <a:ext cx="8686800" cy="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5"/>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pos="3456">
          <p15:clr>
            <a:srgbClr val="E46962"/>
          </p15:clr>
        </p15:guide>
        <p15:guide id="2" pos="475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ate sheet" type="tx">
  <p:cSld name="TITLE_AND_BODY">
    <p:spTree>
      <p:nvGrpSpPr>
        <p:cNvPr id="1" name="Shape 36"/>
        <p:cNvGrpSpPr/>
        <p:nvPr/>
      </p:nvGrpSpPr>
      <p:grpSpPr>
        <a:xfrm>
          <a:off x="0" y="0"/>
          <a:ext cx="0" cy="0"/>
          <a:chOff x="0" y="0"/>
          <a:chExt cx="0" cy="0"/>
        </a:xfrm>
      </p:grpSpPr>
      <p:sp>
        <p:nvSpPr>
          <p:cNvPr id="37" name="Google Shape;37;p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8" name="Google Shape;38;p6"/>
          <p:cNvSpPr txBox="1">
            <a:spLocks noGrp="1"/>
          </p:cNvSpPr>
          <p:nvPr>
            <p:ph type="title"/>
          </p:nvPr>
        </p:nvSpPr>
        <p:spPr>
          <a:xfrm>
            <a:off x="229450" y="164350"/>
            <a:ext cx="8686800" cy="485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Google Shape;39;p6"/>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40" name="Google Shape;40;p6"/>
          <p:cNvSpPr txBox="1">
            <a:spLocks noGrp="1"/>
          </p:cNvSpPr>
          <p:nvPr>
            <p:ph type="subTitle" idx="2"/>
          </p:nvPr>
        </p:nvSpPr>
        <p:spPr>
          <a:xfrm>
            <a:off x="228600" y="1213525"/>
            <a:ext cx="27282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41" name="Google Shape;41;p6"/>
          <p:cNvSpPr txBox="1">
            <a:spLocks noGrp="1"/>
          </p:cNvSpPr>
          <p:nvPr>
            <p:ph type="subTitle" idx="3"/>
          </p:nvPr>
        </p:nvSpPr>
        <p:spPr>
          <a:xfrm>
            <a:off x="3207900" y="1213525"/>
            <a:ext cx="27282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42" name="Google Shape;42;p6"/>
          <p:cNvSpPr txBox="1">
            <a:spLocks noGrp="1"/>
          </p:cNvSpPr>
          <p:nvPr>
            <p:ph type="subTitle" idx="4"/>
          </p:nvPr>
        </p:nvSpPr>
        <p:spPr>
          <a:xfrm>
            <a:off x="6187200" y="1213525"/>
            <a:ext cx="27282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cxnSp>
        <p:nvCxnSpPr>
          <p:cNvPr id="43" name="Google Shape;43;p6"/>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big ideas with footer" type="twoColTx">
  <p:cSld name="TITLE_AND_TWO_COLUMNS">
    <p:spTree>
      <p:nvGrpSpPr>
        <p:cNvPr id="1" name="Shape 44"/>
        <p:cNvGrpSpPr/>
        <p:nvPr/>
      </p:nvGrpSpPr>
      <p:grpSpPr>
        <a:xfrm>
          <a:off x="0" y="0"/>
          <a:ext cx="0" cy="0"/>
          <a:chOff x="0" y="0"/>
          <a:chExt cx="0" cy="0"/>
        </a:xfrm>
      </p:grpSpPr>
      <p:sp>
        <p:nvSpPr>
          <p:cNvPr id="45" name="Google Shape;45;p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6" name="Google Shape;46;p7"/>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 name="Google Shape;47;p7"/>
          <p:cNvSpPr txBox="1">
            <a:spLocks noGrp="1"/>
          </p:cNvSpPr>
          <p:nvPr>
            <p:ph type="body" idx="1"/>
          </p:nvPr>
        </p:nvSpPr>
        <p:spPr>
          <a:xfrm>
            <a:off x="22945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48" name="Google Shape;48;p7"/>
          <p:cNvSpPr txBox="1">
            <a:spLocks noGrp="1"/>
          </p:cNvSpPr>
          <p:nvPr>
            <p:ph type="subTitle" idx="2"/>
          </p:nvPr>
        </p:nvSpPr>
        <p:spPr>
          <a:xfrm>
            <a:off x="22945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49" name="Google Shape;49;p7"/>
          <p:cNvSpPr txBox="1">
            <a:spLocks noGrp="1"/>
          </p:cNvSpPr>
          <p:nvPr>
            <p:ph type="body" idx="3"/>
          </p:nvPr>
        </p:nvSpPr>
        <p:spPr>
          <a:xfrm>
            <a:off x="315580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0" name="Google Shape;50;p7"/>
          <p:cNvSpPr txBox="1">
            <a:spLocks noGrp="1"/>
          </p:cNvSpPr>
          <p:nvPr>
            <p:ph type="subTitle" idx="4"/>
          </p:nvPr>
        </p:nvSpPr>
        <p:spPr>
          <a:xfrm>
            <a:off x="315580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51" name="Google Shape;51;p7"/>
          <p:cNvSpPr txBox="1">
            <a:spLocks noGrp="1"/>
          </p:cNvSpPr>
          <p:nvPr>
            <p:ph type="body" idx="5"/>
          </p:nvPr>
        </p:nvSpPr>
        <p:spPr>
          <a:xfrm>
            <a:off x="608215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2" name="Google Shape;52;p7"/>
          <p:cNvSpPr txBox="1">
            <a:spLocks noGrp="1"/>
          </p:cNvSpPr>
          <p:nvPr>
            <p:ph type="subTitle" idx="6"/>
          </p:nvPr>
        </p:nvSpPr>
        <p:spPr>
          <a:xfrm>
            <a:off x="608215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53" name="Google Shape;53;p7"/>
          <p:cNvSpPr txBox="1">
            <a:spLocks noGrp="1"/>
          </p:cNvSpPr>
          <p:nvPr>
            <p:ph type="body" idx="7"/>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54" name="Google Shape;54;p7"/>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big ideas">
  <p:cSld name="TITLE_AND_TWO_COLUMNS_1">
    <p:spTree>
      <p:nvGrpSpPr>
        <p:cNvPr id="1" name="Shape 55"/>
        <p:cNvGrpSpPr/>
        <p:nvPr/>
      </p:nvGrpSpPr>
      <p:grpSpPr>
        <a:xfrm>
          <a:off x="0" y="0"/>
          <a:ext cx="0" cy="0"/>
          <a:chOff x="0" y="0"/>
          <a:chExt cx="0" cy="0"/>
        </a:xfrm>
      </p:grpSpPr>
      <p:sp>
        <p:nvSpPr>
          <p:cNvPr id="56" name="Google Shape;56;p8"/>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8"/>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8" name="Google Shape;58;p8"/>
          <p:cNvSpPr txBox="1">
            <a:spLocks noGrp="1"/>
          </p:cNvSpPr>
          <p:nvPr>
            <p:ph type="body" idx="1"/>
          </p:nvPr>
        </p:nvSpPr>
        <p:spPr>
          <a:xfrm>
            <a:off x="22945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59" name="Google Shape;59;p8"/>
          <p:cNvSpPr txBox="1">
            <a:spLocks noGrp="1"/>
          </p:cNvSpPr>
          <p:nvPr>
            <p:ph type="subTitle" idx="2"/>
          </p:nvPr>
        </p:nvSpPr>
        <p:spPr>
          <a:xfrm>
            <a:off x="22945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60" name="Google Shape;60;p8"/>
          <p:cNvSpPr txBox="1">
            <a:spLocks noGrp="1"/>
          </p:cNvSpPr>
          <p:nvPr>
            <p:ph type="body" idx="3"/>
          </p:nvPr>
        </p:nvSpPr>
        <p:spPr>
          <a:xfrm>
            <a:off x="315580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61" name="Google Shape;61;p8"/>
          <p:cNvSpPr txBox="1">
            <a:spLocks noGrp="1"/>
          </p:cNvSpPr>
          <p:nvPr>
            <p:ph type="subTitle" idx="4"/>
          </p:nvPr>
        </p:nvSpPr>
        <p:spPr>
          <a:xfrm>
            <a:off x="315580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62" name="Google Shape;62;p8"/>
          <p:cNvSpPr txBox="1">
            <a:spLocks noGrp="1"/>
          </p:cNvSpPr>
          <p:nvPr>
            <p:ph type="body" idx="5"/>
          </p:nvPr>
        </p:nvSpPr>
        <p:spPr>
          <a:xfrm>
            <a:off x="608215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63" name="Google Shape;63;p8"/>
          <p:cNvSpPr txBox="1">
            <a:spLocks noGrp="1"/>
          </p:cNvSpPr>
          <p:nvPr>
            <p:ph type="subTitle" idx="6"/>
          </p:nvPr>
        </p:nvSpPr>
        <p:spPr>
          <a:xfrm>
            <a:off x="608215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cxnSp>
        <p:nvCxnSpPr>
          <p:cNvPr id="64" name="Google Shape;64;p8"/>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our big ideas">
  <p:cSld name="TITLE_AND_TWO_COLUMNS_1_2">
    <p:spTree>
      <p:nvGrpSpPr>
        <p:cNvPr id="1" name="Shape 65"/>
        <p:cNvGrpSpPr/>
        <p:nvPr/>
      </p:nvGrpSpPr>
      <p:grpSpPr>
        <a:xfrm>
          <a:off x="0" y="0"/>
          <a:ext cx="0" cy="0"/>
          <a:chOff x="0" y="0"/>
          <a:chExt cx="0" cy="0"/>
        </a:xfrm>
      </p:grpSpPr>
      <p:sp>
        <p:nvSpPr>
          <p:cNvPr id="66" name="Google Shape;66;p9"/>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7" name="Google Shape;67;p9"/>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68" name="Google Shape;68;p9"/>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69" name="Google Shape;69;p9"/>
          <p:cNvSpPr txBox="1">
            <a:spLocks noGrp="1"/>
          </p:cNvSpPr>
          <p:nvPr>
            <p:ph type="body" idx="1"/>
          </p:nvPr>
        </p:nvSpPr>
        <p:spPr>
          <a:xfrm>
            <a:off x="24003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70" name="Google Shape;70;p9"/>
          <p:cNvSpPr txBox="1">
            <a:spLocks noGrp="1"/>
          </p:cNvSpPr>
          <p:nvPr>
            <p:ph type="body" idx="2"/>
          </p:nvPr>
        </p:nvSpPr>
        <p:spPr>
          <a:xfrm>
            <a:off x="2286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71" name="Google Shape;71;p9"/>
          <p:cNvSpPr txBox="1">
            <a:spLocks noGrp="1"/>
          </p:cNvSpPr>
          <p:nvPr>
            <p:ph type="body" idx="3"/>
          </p:nvPr>
        </p:nvSpPr>
        <p:spPr>
          <a:xfrm>
            <a:off x="45720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72" name="Google Shape;72;p9"/>
          <p:cNvSpPr txBox="1">
            <a:spLocks noGrp="1"/>
          </p:cNvSpPr>
          <p:nvPr>
            <p:ph type="body" idx="4"/>
          </p:nvPr>
        </p:nvSpPr>
        <p:spPr>
          <a:xfrm>
            <a:off x="67437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73" name="Google Shape;73;p9"/>
          <p:cNvSpPr txBox="1">
            <a:spLocks noGrp="1"/>
          </p:cNvSpPr>
          <p:nvPr>
            <p:ph type="subTitle" idx="5"/>
          </p:nvPr>
        </p:nvSpPr>
        <p:spPr>
          <a:xfrm>
            <a:off x="229450" y="2123775"/>
            <a:ext cx="18894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74" name="Google Shape;74;p9"/>
          <p:cNvSpPr txBox="1">
            <a:spLocks noGrp="1"/>
          </p:cNvSpPr>
          <p:nvPr>
            <p:ph type="subTitle" idx="6"/>
          </p:nvPr>
        </p:nvSpPr>
        <p:spPr>
          <a:xfrm>
            <a:off x="2400300" y="2123775"/>
            <a:ext cx="18894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75" name="Google Shape;75;p9"/>
          <p:cNvSpPr txBox="1">
            <a:spLocks noGrp="1"/>
          </p:cNvSpPr>
          <p:nvPr>
            <p:ph type="subTitle" idx="7"/>
          </p:nvPr>
        </p:nvSpPr>
        <p:spPr>
          <a:xfrm>
            <a:off x="4572000" y="2123775"/>
            <a:ext cx="18894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76" name="Google Shape;76;p9"/>
          <p:cNvSpPr txBox="1">
            <a:spLocks noGrp="1"/>
          </p:cNvSpPr>
          <p:nvPr>
            <p:ph type="subTitle" idx="8"/>
          </p:nvPr>
        </p:nvSpPr>
        <p:spPr>
          <a:xfrm>
            <a:off x="6743700" y="2123775"/>
            <a:ext cx="18894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one column text">
  <p:cSld name="TITLE_AND_TWO_COLUMNS_1_2_1">
    <p:spTree>
      <p:nvGrpSpPr>
        <p:cNvPr id="1" name="Shape 77"/>
        <p:cNvGrpSpPr/>
        <p:nvPr/>
      </p:nvGrpSpPr>
      <p:grpSpPr>
        <a:xfrm>
          <a:off x="0" y="0"/>
          <a:ext cx="0" cy="0"/>
          <a:chOff x="0" y="0"/>
          <a:chExt cx="0" cy="0"/>
        </a:xfrm>
      </p:grpSpPr>
      <p:sp>
        <p:nvSpPr>
          <p:cNvPr id="78" name="Google Shape;78;p10"/>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9" name="Google Shape;79;p10"/>
          <p:cNvSpPr txBox="1">
            <a:spLocks noGrp="1"/>
          </p:cNvSpPr>
          <p:nvPr>
            <p:ph type="title"/>
          </p:nvPr>
        </p:nvSpPr>
        <p:spPr>
          <a:xfrm>
            <a:off x="229450" y="164350"/>
            <a:ext cx="5541900" cy="1834200"/>
          </a:xfrm>
          <a:prstGeom prst="rect">
            <a:avLst/>
          </a:prstGeom>
        </p:spPr>
        <p:txBody>
          <a:bodyPr spcFirstLastPara="1" wrap="square" lIns="91425" tIns="91425" rIns="91425" bIns="91425" anchor="t"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cxnSp>
        <p:nvCxnSpPr>
          <p:cNvPr id="80" name="Google Shape;80;p10"/>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81" name="Google Shape;81;p10"/>
          <p:cNvSpPr txBox="1">
            <a:spLocks noGrp="1"/>
          </p:cNvSpPr>
          <p:nvPr>
            <p:ph type="body" idx="1"/>
          </p:nvPr>
        </p:nvSpPr>
        <p:spPr>
          <a:xfrm>
            <a:off x="228600" y="2448075"/>
            <a:ext cx="55419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82" name="Google Shape;82;p10"/>
          <p:cNvSpPr txBox="1">
            <a:spLocks noGrp="1"/>
          </p:cNvSpPr>
          <p:nvPr>
            <p:ph type="subTitle" idx="2"/>
          </p:nvPr>
        </p:nvSpPr>
        <p:spPr>
          <a:xfrm>
            <a:off x="228600" y="1798275"/>
            <a:ext cx="5541900" cy="649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big ideas">
  <p:cSld name="TITLE_AND_TWO_COLUMNS_1_1">
    <p:spTree>
      <p:nvGrpSpPr>
        <p:cNvPr id="1" name="Shape 83"/>
        <p:cNvGrpSpPr/>
        <p:nvPr/>
      </p:nvGrpSpPr>
      <p:grpSpPr>
        <a:xfrm>
          <a:off x="0" y="0"/>
          <a:ext cx="0" cy="0"/>
          <a:chOff x="0" y="0"/>
          <a:chExt cx="0" cy="0"/>
        </a:xfrm>
      </p:grpSpPr>
      <p:sp>
        <p:nvSpPr>
          <p:cNvPr id="84" name="Google Shape;84;p11"/>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5" name="Google Shape;85;p11"/>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6" name="Google Shape;86;p11"/>
          <p:cNvSpPr txBox="1">
            <a:spLocks noGrp="1"/>
          </p:cNvSpPr>
          <p:nvPr>
            <p:ph type="body" idx="1"/>
          </p:nvPr>
        </p:nvSpPr>
        <p:spPr>
          <a:xfrm>
            <a:off x="229450" y="3455950"/>
            <a:ext cx="4061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87" name="Google Shape;87;p11"/>
          <p:cNvSpPr txBox="1">
            <a:spLocks noGrp="1"/>
          </p:cNvSpPr>
          <p:nvPr>
            <p:ph type="subTitle" idx="2"/>
          </p:nvPr>
        </p:nvSpPr>
        <p:spPr>
          <a:xfrm>
            <a:off x="229450" y="3127850"/>
            <a:ext cx="4061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cxnSp>
        <p:nvCxnSpPr>
          <p:cNvPr id="88" name="Google Shape;88;p11"/>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89" name="Google Shape;89;p11"/>
          <p:cNvSpPr txBox="1">
            <a:spLocks noGrp="1"/>
          </p:cNvSpPr>
          <p:nvPr>
            <p:ph type="body" idx="3"/>
          </p:nvPr>
        </p:nvSpPr>
        <p:spPr>
          <a:xfrm>
            <a:off x="4573675" y="3455950"/>
            <a:ext cx="4061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90" name="Google Shape;90;p11"/>
          <p:cNvSpPr txBox="1">
            <a:spLocks noGrp="1"/>
          </p:cNvSpPr>
          <p:nvPr>
            <p:ph type="subTitle" idx="4"/>
          </p:nvPr>
        </p:nvSpPr>
        <p:spPr>
          <a:xfrm>
            <a:off x="4573675" y="3127850"/>
            <a:ext cx="4061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ree body text">
  <p:cSld name="CUSTOM_3">
    <p:spTree>
      <p:nvGrpSpPr>
        <p:cNvPr id="1" name="Shape 91"/>
        <p:cNvGrpSpPr/>
        <p:nvPr/>
      </p:nvGrpSpPr>
      <p:grpSpPr>
        <a:xfrm>
          <a:off x="0" y="0"/>
          <a:ext cx="0" cy="0"/>
          <a:chOff x="0" y="0"/>
          <a:chExt cx="0" cy="0"/>
        </a:xfrm>
      </p:grpSpPr>
      <p:sp>
        <p:nvSpPr>
          <p:cNvPr id="92" name="Google Shape;92;p12"/>
          <p:cNvSpPr txBox="1">
            <a:spLocks noGrp="1"/>
          </p:cNvSpPr>
          <p:nvPr>
            <p:ph type="body" idx="1"/>
          </p:nvPr>
        </p:nvSpPr>
        <p:spPr>
          <a:xfrm>
            <a:off x="5095525" y="922175"/>
            <a:ext cx="3440100" cy="12549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93" name="Google Shape;93;p1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2"/>
          <p:cNvSpPr txBox="1">
            <a:spLocks noGrp="1"/>
          </p:cNvSpPr>
          <p:nvPr>
            <p:ph type="body" idx="2"/>
          </p:nvPr>
        </p:nvSpPr>
        <p:spPr>
          <a:xfrm>
            <a:off x="5095525" y="2801100"/>
            <a:ext cx="3440100" cy="8139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95" name="Google Shape;95;p12"/>
          <p:cNvSpPr txBox="1">
            <a:spLocks noGrp="1"/>
          </p:cNvSpPr>
          <p:nvPr>
            <p:ph type="body" idx="3"/>
          </p:nvPr>
        </p:nvSpPr>
        <p:spPr>
          <a:xfrm>
            <a:off x="5095525" y="4013575"/>
            <a:ext cx="3440100" cy="5370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96" name="Google Shape;96;p12"/>
          <p:cNvSpPr txBox="1">
            <a:spLocks noGrp="1"/>
          </p:cNvSpPr>
          <p:nvPr>
            <p:ph type="body" idx="4"/>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97" name="Google Shape;97;p12"/>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type="titleOnly">
  <p:cSld name="TITLE_ONLY">
    <p:spTree>
      <p:nvGrpSpPr>
        <p:cNvPr id="1" name="Shape 98"/>
        <p:cNvGrpSpPr/>
        <p:nvPr/>
      </p:nvGrpSpPr>
      <p:grpSpPr>
        <a:xfrm>
          <a:off x="0" y="0"/>
          <a:ext cx="0" cy="0"/>
          <a:chOff x="0" y="0"/>
          <a:chExt cx="0" cy="0"/>
        </a:xfrm>
      </p:grpSpPr>
      <p:sp>
        <p:nvSpPr>
          <p:cNvPr id="99" name="Google Shape;99;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0" name="Google Shape;100;p13"/>
          <p:cNvSpPr txBox="1">
            <a:spLocks noGrp="1"/>
          </p:cNvSpPr>
          <p:nvPr>
            <p:ph type="title"/>
          </p:nvPr>
        </p:nvSpPr>
        <p:spPr>
          <a:xfrm>
            <a:off x="229450" y="164350"/>
            <a:ext cx="8686800" cy="3383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1" name="Google Shape;101;p13"/>
          <p:cNvSpPr txBox="1">
            <a:spLocks noGrp="1"/>
          </p:cNvSpPr>
          <p:nvPr>
            <p:ph type="body" idx="1"/>
          </p:nvPr>
        </p:nvSpPr>
        <p:spPr>
          <a:xfrm>
            <a:off x="228600"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02" name="Google Shape;102;p13"/>
          <p:cNvSpPr txBox="1">
            <a:spLocks noGrp="1"/>
          </p:cNvSpPr>
          <p:nvPr>
            <p:ph type="body" idx="2"/>
          </p:nvPr>
        </p:nvSpPr>
        <p:spPr>
          <a:xfrm>
            <a:off x="2400300"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03" name="Google Shape;103;p13"/>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04" name="Google Shape;104;p13"/>
          <p:cNvSpPr txBox="1">
            <a:spLocks noGrp="1"/>
          </p:cNvSpPr>
          <p:nvPr>
            <p:ph type="body" idx="4"/>
          </p:nvPr>
        </p:nvSpPr>
        <p:spPr>
          <a:xfrm>
            <a:off x="6743700"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05" name="Google Shape;105;p13"/>
          <p:cNvSpPr txBox="1">
            <a:spLocks noGrp="1"/>
          </p:cNvSpPr>
          <p:nvPr>
            <p:ph type="body" idx="5"/>
          </p:nvPr>
        </p:nvSpPr>
        <p:spPr>
          <a:xfrm>
            <a:off x="4572000"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06" name="Google Shape;106;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column text">
  <p:cSld name="TITLE_ONLY_1">
    <p:spTree>
      <p:nvGrpSpPr>
        <p:cNvPr id="1" name="Shape 107"/>
        <p:cNvGrpSpPr/>
        <p:nvPr/>
      </p:nvGrpSpPr>
      <p:grpSpPr>
        <a:xfrm>
          <a:off x="0" y="0"/>
          <a:ext cx="0" cy="0"/>
          <a:chOff x="0" y="0"/>
          <a:chExt cx="0" cy="0"/>
        </a:xfrm>
      </p:grpSpPr>
      <p:sp>
        <p:nvSpPr>
          <p:cNvPr id="108" name="Google Shape;108;p14"/>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14"/>
          <p:cNvSpPr txBox="1">
            <a:spLocks noGrp="1"/>
          </p:cNvSpPr>
          <p:nvPr>
            <p:ph type="body" idx="1"/>
          </p:nvPr>
        </p:nvSpPr>
        <p:spPr>
          <a:xfrm>
            <a:off x="370100"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10" name="Google Shape;110;p14"/>
          <p:cNvSpPr txBox="1">
            <a:spLocks noGrp="1"/>
          </p:cNvSpPr>
          <p:nvPr>
            <p:ph type="body" idx="2"/>
          </p:nvPr>
        </p:nvSpPr>
        <p:spPr>
          <a:xfrm>
            <a:off x="2541453"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11" name="Google Shape;111;p14"/>
          <p:cNvSpPr txBox="1">
            <a:spLocks noGrp="1"/>
          </p:cNvSpPr>
          <p:nvPr>
            <p:ph type="body" idx="3"/>
          </p:nvPr>
        </p:nvSpPr>
        <p:spPr>
          <a:xfrm>
            <a:off x="4713154"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12" name="Google Shape;112;p14"/>
          <p:cNvSpPr txBox="1">
            <a:spLocks noGrp="1"/>
          </p:cNvSpPr>
          <p:nvPr>
            <p:ph type="body" idx="4"/>
          </p:nvPr>
        </p:nvSpPr>
        <p:spPr>
          <a:xfrm>
            <a:off x="6884852" y="3868750"/>
            <a:ext cx="1889400" cy="641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13" name="Google Shape;113;p14"/>
          <p:cNvSpPr txBox="1">
            <a:spLocks noGrp="1"/>
          </p:cNvSpPr>
          <p:nvPr>
            <p:ph type="subTitle" idx="5"/>
          </p:nvPr>
        </p:nvSpPr>
        <p:spPr>
          <a:xfrm>
            <a:off x="370100" y="4953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4" name="Google Shape;114;p14"/>
          <p:cNvSpPr txBox="1">
            <a:spLocks noGrp="1"/>
          </p:cNvSpPr>
          <p:nvPr>
            <p:ph type="subTitle" idx="6"/>
          </p:nvPr>
        </p:nvSpPr>
        <p:spPr>
          <a:xfrm>
            <a:off x="2541450" y="4953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5" name="Google Shape;115;p14"/>
          <p:cNvSpPr txBox="1">
            <a:spLocks noGrp="1"/>
          </p:cNvSpPr>
          <p:nvPr>
            <p:ph type="subTitle" idx="7"/>
          </p:nvPr>
        </p:nvSpPr>
        <p:spPr>
          <a:xfrm>
            <a:off x="4712800" y="4953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6" name="Google Shape;116;p14"/>
          <p:cNvSpPr txBox="1">
            <a:spLocks noGrp="1"/>
          </p:cNvSpPr>
          <p:nvPr>
            <p:ph type="subTitle" idx="8"/>
          </p:nvPr>
        </p:nvSpPr>
        <p:spPr>
          <a:xfrm>
            <a:off x="6884150" y="4953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7" name="Google Shape;117;p14"/>
          <p:cNvSpPr txBox="1">
            <a:spLocks noGrp="1"/>
          </p:cNvSpPr>
          <p:nvPr>
            <p:ph type="body" idx="9"/>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18" name="Google Shape;118;p14"/>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p:cSld name="TITLE_ONLY_1_1">
    <p:spTree>
      <p:nvGrpSpPr>
        <p:cNvPr id="1" name="Shape 119"/>
        <p:cNvGrpSpPr/>
        <p:nvPr/>
      </p:nvGrpSpPr>
      <p:grpSpPr>
        <a:xfrm>
          <a:off x="0" y="0"/>
          <a:ext cx="0" cy="0"/>
          <a:chOff x="0" y="0"/>
          <a:chExt cx="0" cy="0"/>
        </a:xfrm>
      </p:grpSpPr>
      <p:sp>
        <p:nvSpPr>
          <p:cNvPr id="120" name="Google Shape;120;p15"/>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1" name="Google Shape;121;p15"/>
          <p:cNvSpPr txBox="1">
            <a:spLocks noGrp="1"/>
          </p:cNvSpPr>
          <p:nvPr>
            <p:ph type="subTitle" idx="1"/>
          </p:nvPr>
        </p:nvSpPr>
        <p:spPr>
          <a:xfrm>
            <a:off x="1456800" y="17907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2" name="Google Shape;122;p15"/>
          <p:cNvSpPr txBox="1">
            <a:spLocks noGrp="1"/>
          </p:cNvSpPr>
          <p:nvPr>
            <p:ph type="subTitle" idx="2"/>
          </p:nvPr>
        </p:nvSpPr>
        <p:spPr>
          <a:xfrm>
            <a:off x="3628150" y="17907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3" name="Google Shape;123;p15"/>
          <p:cNvSpPr txBox="1">
            <a:spLocks noGrp="1"/>
          </p:cNvSpPr>
          <p:nvPr>
            <p:ph type="subTitle" idx="3"/>
          </p:nvPr>
        </p:nvSpPr>
        <p:spPr>
          <a:xfrm>
            <a:off x="5799500" y="1790719"/>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4" name="Google Shape;124;p15"/>
          <p:cNvSpPr txBox="1">
            <a:spLocks noGrp="1"/>
          </p:cNvSpPr>
          <p:nvPr>
            <p:ph type="subTitle" idx="4"/>
          </p:nvPr>
        </p:nvSpPr>
        <p:spPr>
          <a:xfrm>
            <a:off x="5799500" y="3234832"/>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cxnSp>
        <p:nvCxnSpPr>
          <p:cNvPr id="125" name="Google Shape;125;p15"/>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126" name="Google Shape;126;p15"/>
          <p:cNvSpPr txBox="1">
            <a:spLocks noGrp="1"/>
          </p:cNvSpPr>
          <p:nvPr>
            <p:ph type="subTitle" idx="5"/>
          </p:nvPr>
        </p:nvSpPr>
        <p:spPr>
          <a:xfrm>
            <a:off x="1456800" y="3234832"/>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7" name="Google Shape;127;p15"/>
          <p:cNvSpPr txBox="1">
            <a:spLocks noGrp="1"/>
          </p:cNvSpPr>
          <p:nvPr>
            <p:ph type="subTitle" idx="6"/>
          </p:nvPr>
        </p:nvSpPr>
        <p:spPr>
          <a:xfrm>
            <a:off x="3628150" y="3234832"/>
            <a:ext cx="1889400" cy="1092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8" name="Google Shape;128;p15"/>
          <p:cNvSpPr txBox="1">
            <a:spLocks noGrp="1"/>
          </p:cNvSpPr>
          <p:nvPr>
            <p:ph type="title"/>
          </p:nvPr>
        </p:nvSpPr>
        <p:spPr>
          <a:xfrm>
            <a:off x="229450" y="332175"/>
            <a:ext cx="8686800" cy="8745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V">
  <p:cSld name="CUSTOM_5">
    <p:spTree>
      <p:nvGrpSpPr>
        <p:cNvPr id="1" name="Shape 129"/>
        <p:cNvGrpSpPr/>
        <p:nvPr/>
      </p:nvGrpSpPr>
      <p:grpSpPr>
        <a:xfrm>
          <a:off x="0" y="0"/>
          <a:ext cx="0" cy="0"/>
          <a:chOff x="0" y="0"/>
          <a:chExt cx="0" cy="0"/>
        </a:xfrm>
      </p:grpSpPr>
      <p:sp>
        <p:nvSpPr>
          <p:cNvPr id="130" name="Google Shape;130;p16"/>
          <p:cNvSpPr txBox="1">
            <a:spLocks noGrp="1"/>
          </p:cNvSpPr>
          <p:nvPr>
            <p:ph type="body" idx="1"/>
          </p:nvPr>
        </p:nvSpPr>
        <p:spPr>
          <a:xfrm>
            <a:off x="24003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31" name="Google Shape;131;p16"/>
          <p:cNvSpPr txBox="1">
            <a:spLocks noGrp="1"/>
          </p:cNvSpPr>
          <p:nvPr>
            <p:ph type="body" idx="2"/>
          </p:nvPr>
        </p:nvSpPr>
        <p:spPr>
          <a:xfrm>
            <a:off x="2286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32" name="Google Shape;132;p1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3" name="Google Shape;133;p16"/>
          <p:cNvSpPr txBox="1">
            <a:spLocks noGrp="1"/>
          </p:cNvSpPr>
          <p:nvPr>
            <p:ph type="title"/>
          </p:nvPr>
        </p:nvSpPr>
        <p:spPr>
          <a:xfrm>
            <a:off x="229450" y="332175"/>
            <a:ext cx="8686800" cy="8745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34" name="Google Shape;134;p16"/>
          <p:cNvSpPr txBox="1">
            <a:spLocks noGrp="1"/>
          </p:cNvSpPr>
          <p:nvPr>
            <p:ph type="body" idx="3"/>
          </p:nvPr>
        </p:nvSpPr>
        <p:spPr>
          <a:xfrm>
            <a:off x="45720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35" name="Google Shape;135;p16"/>
          <p:cNvSpPr txBox="1">
            <a:spLocks noGrp="1"/>
          </p:cNvSpPr>
          <p:nvPr>
            <p:ph type="body" idx="4"/>
          </p:nvPr>
        </p:nvSpPr>
        <p:spPr>
          <a:xfrm>
            <a:off x="6743700" y="2448075"/>
            <a:ext cx="1889400" cy="202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136" name="Google Shape;136;p16"/>
          <p:cNvSpPr txBox="1">
            <a:spLocks noGrp="1"/>
          </p:cNvSpPr>
          <p:nvPr>
            <p:ph type="subTitle" idx="5"/>
          </p:nvPr>
        </p:nvSpPr>
        <p:spPr>
          <a:xfrm>
            <a:off x="4572000" y="1585625"/>
            <a:ext cx="4061100" cy="649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7" name="Google Shape;137;p16"/>
          <p:cNvSpPr txBox="1">
            <a:spLocks noGrp="1"/>
          </p:cNvSpPr>
          <p:nvPr>
            <p:ph type="subTitle" idx="6"/>
          </p:nvPr>
        </p:nvSpPr>
        <p:spPr>
          <a:xfrm>
            <a:off x="228600" y="1585625"/>
            <a:ext cx="4061100" cy="649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8" name="Google Shape;138;p16"/>
          <p:cNvSpPr txBox="1">
            <a:spLocks noGrp="1"/>
          </p:cNvSpPr>
          <p:nvPr>
            <p:ph type="body" idx="7"/>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39" name="Google Shape;139;p16"/>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with footer">
  <p:cSld name="CUSTOM">
    <p:bg>
      <p:bgPr>
        <a:solidFill>
          <a:schemeClr val="dk1"/>
        </a:solidFill>
        <a:effectLst/>
      </p:bgPr>
    </p:bg>
    <p:spTree>
      <p:nvGrpSpPr>
        <p:cNvPr id="1" name="Shape 140"/>
        <p:cNvGrpSpPr/>
        <p:nvPr/>
      </p:nvGrpSpPr>
      <p:grpSpPr>
        <a:xfrm>
          <a:off x="0" y="0"/>
          <a:ext cx="0" cy="0"/>
          <a:chOff x="0" y="0"/>
          <a:chExt cx="0" cy="0"/>
        </a:xfrm>
      </p:grpSpPr>
      <p:sp>
        <p:nvSpPr>
          <p:cNvPr id="141" name="Google Shape;141;p17"/>
          <p:cNvSpPr txBox="1">
            <a:spLocks noGrp="1"/>
          </p:cNvSpPr>
          <p:nvPr>
            <p:ph type="title"/>
          </p:nvPr>
        </p:nvSpPr>
        <p:spPr>
          <a:xfrm>
            <a:off x="225750" y="369625"/>
            <a:ext cx="8692500" cy="4314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42" name="Google Shape;142;p1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43" name="Google Shape;143;p17"/>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lt1"/>
              </a:buClr>
              <a:buSzPts val="900"/>
              <a:buChar char="●"/>
              <a:defRPr>
                <a:solidFill>
                  <a:schemeClr val="lt1"/>
                </a:solidFill>
              </a:defRPr>
            </a:lvl1pPr>
            <a:lvl2pPr marL="914400" lvl="1" indent="-285750">
              <a:spcBef>
                <a:spcPts val="0"/>
              </a:spcBef>
              <a:spcAft>
                <a:spcPts val="0"/>
              </a:spcAft>
              <a:buClr>
                <a:schemeClr val="lt1"/>
              </a:buClr>
              <a:buSzPts val="900"/>
              <a:buChar char="○"/>
              <a:defRPr>
                <a:solidFill>
                  <a:schemeClr val="lt1"/>
                </a:solidFill>
              </a:defRPr>
            </a:lvl2pPr>
            <a:lvl3pPr marL="1371600" lvl="2" indent="-285750">
              <a:spcBef>
                <a:spcPts val="0"/>
              </a:spcBef>
              <a:spcAft>
                <a:spcPts val="0"/>
              </a:spcAft>
              <a:buClr>
                <a:schemeClr val="lt1"/>
              </a:buClr>
              <a:buSzPts val="900"/>
              <a:buChar char="■"/>
              <a:defRPr>
                <a:solidFill>
                  <a:schemeClr val="lt1"/>
                </a:solidFill>
              </a:defRPr>
            </a:lvl3pPr>
            <a:lvl4pPr marL="1828800" lvl="3" indent="-285750">
              <a:spcBef>
                <a:spcPts val="0"/>
              </a:spcBef>
              <a:spcAft>
                <a:spcPts val="0"/>
              </a:spcAft>
              <a:buClr>
                <a:schemeClr val="lt1"/>
              </a:buClr>
              <a:buSzPts val="900"/>
              <a:buChar char="●"/>
              <a:defRPr>
                <a:solidFill>
                  <a:schemeClr val="lt1"/>
                </a:solidFill>
              </a:defRPr>
            </a:lvl4pPr>
            <a:lvl5pPr marL="2286000" lvl="4" indent="-285750">
              <a:spcBef>
                <a:spcPts val="0"/>
              </a:spcBef>
              <a:spcAft>
                <a:spcPts val="0"/>
              </a:spcAft>
              <a:buClr>
                <a:schemeClr val="lt1"/>
              </a:buClr>
              <a:buSzPts val="900"/>
              <a:buChar char="○"/>
              <a:defRPr>
                <a:solidFill>
                  <a:schemeClr val="lt1"/>
                </a:solidFill>
              </a:defRPr>
            </a:lvl5pPr>
            <a:lvl6pPr marL="2743200" lvl="5" indent="-285750">
              <a:spcBef>
                <a:spcPts val="0"/>
              </a:spcBef>
              <a:spcAft>
                <a:spcPts val="0"/>
              </a:spcAft>
              <a:buClr>
                <a:schemeClr val="lt1"/>
              </a:buClr>
              <a:buSzPts val="900"/>
              <a:buChar char="■"/>
              <a:defRPr>
                <a:solidFill>
                  <a:schemeClr val="lt1"/>
                </a:solidFill>
              </a:defRPr>
            </a:lvl6pPr>
            <a:lvl7pPr marL="3200400" lvl="6" indent="-285750">
              <a:spcBef>
                <a:spcPts val="0"/>
              </a:spcBef>
              <a:spcAft>
                <a:spcPts val="0"/>
              </a:spcAft>
              <a:buClr>
                <a:schemeClr val="lt1"/>
              </a:buClr>
              <a:buSzPts val="900"/>
              <a:buChar char="●"/>
              <a:defRPr>
                <a:solidFill>
                  <a:schemeClr val="lt1"/>
                </a:solidFill>
              </a:defRPr>
            </a:lvl7pPr>
            <a:lvl8pPr marL="3657600" lvl="7" indent="-285750">
              <a:spcBef>
                <a:spcPts val="0"/>
              </a:spcBef>
              <a:spcAft>
                <a:spcPts val="0"/>
              </a:spcAft>
              <a:buClr>
                <a:schemeClr val="lt1"/>
              </a:buClr>
              <a:buSzPts val="900"/>
              <a:buChar char="○"/>
              <a:defRPr>
                <a:solidFill>
                  <a:schemeClr val="lt1"/>
                </a:solidFill>
              </a:defRPr>
            </a:lvl8pPr>
            <a:lvl9pPr marL="4114800" lvl="8" indent="-285750">
              <a:spcBef>
                <a:spcPts val="0"/>
              </a:spcBef>
              <a:spcAft>
                <a:spcPts val="0"/>
              </a:spcAft>
              <a:buClr>
                <a:schemeClr val="lt1"/>
              </a:buClr>
              <a:buSzPts val="900"/>
              <a:buChar char="■"/>
              <a:defRPr>
                <a:solidFill>
                  <a:schemeClr val="lt1"/>
                </a:solidFill>
              </a:defRPr>
            </a:lvl9pPr>
          </a:lstStyle>
          <a:p>
            <a:endParaRPr/>
          </a:p>
        </p:txBody>
      </p:sp>
      <p:cxnSp>
        <p:nvCxnSpPr>
          <p:cNvPr id="144" name="Google Shape;144;p17"/>
          <p:cNvCxnSpPr/>
          <p:nvPr/>
        </p:nvCxnSpPr>
        <p:spPr>
          <a:xfrm rot="10800000" flipH="1">
            <a:off x="225750" y="4678950"/>
            <a:ext cx="8692500" cy="570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stom main point">
  <p:cSld name="CUSTOM_10">
    <p:bg>
      <p:bgPr>
        <a:solidFill>
          <a:schemeClr val="dk1"/>
        </a:solidFill>
        <a:effectLst/>
      </p:bgPr>
    </p:bg>
    <p:spTree>
      <p:nvGrpSpPr>
        <p:cNvPr id="1" name="Shape 145"/>
        <p:cNvGrpSpPr/>
        <p:nvPr/>
      </p:nvGrpSpPr>
      <p:grpSpPr>
        <a:xfrm>
          <a:off x="0" y="0"/>
          <a:ext cx="0" cy="0"/>
          <a:chOff x="0" y="0"/>
          <a:chExt cx="0" cy="0"/>
        </a:xfrm>
      </p:grpSpPr>
      <p:sp>
        <p:nvSpPr>
          <p:cNvPr id="146" name="Google Shape;146;p18"/>
          <p:cNvSpPr txBox="1">
            <a:spLocks noGrp="1"/>
          </p:cNvSpPr>
          <p:nvPr>
            <p:ph type="title"/>
          </p:nvPr>
        </p:nvSpPr>
        <p:spPr>
          <a:xfrm>
            <a:off x="225750" y="369625"/>
            <a:ext cx="8692500" cy="4314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47" name="Google Shape;147;p18"/>
          <p:cNvSpPr txBox="1">
            <a:spLocks noGrp="1"/>
          </p:cNvSpPr>
          <p:nvPr>
            <p:ph type="title" idx="2"/>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8" name="Google Shape;148;p18"/>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cxnSp>
        <p:nvCxnSpPr>
          <p:cNvPr id="149" name="Google Shape;149;p18"/>
          <p:cNvCxnSpPr/>
          <p:nvPr/>
        </p:nvCxnSpPr>
        <p:spPr>
          <a:xfrm rot="10800000" flipH="1">
            <a:off x="225750" y="4678950"/>
            <a:ext cx="8692500" cy="570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1">
  <p:cSld name="CUSTOM_6">
    <p:bg>
      <p:bgPr>
        <a:solidFill>
          <a:schemeClr val="dk1"/>
        </a:solidFill>
        <a:effectLst/>
      </p:bgPr>
    </p:bg>
    <p:spTree>
      <p:nvGrpSpPr>
        <p:cNvPr id="1" name="Shape 150"/>
        <p:cNvGrpSpPr/>
        <p:nvPr/>
      </p:nvGrpSpPr>
      <p:grpSpPr>
        <a:xfrm>
          <a:off x="0" y="0"/>
          <a:ext cx="0" cy="0"/>
          <a:chOff x="0" y="0"/>
          <a:chExt cx="0" cy="0"/>
        </a:xfrm>
      </p:grpSpPr>
      <p:sp>
        <p:nvSpPr>
          <p:cNvPr id="151" name="Google Shape;151;p19"/>
          <p:cNvSpPr txBox="1">
            <a:spLocks noGrp="1"/>
          </p:cNvSpPr>
          <p:nvPr>
            <p:ph type="title"/>
          </p:nvPr>
        </p:nvSpPr>
        <p:spPr>
          <a:xfrm>
            <a:off x="225750" y="1212350"/>
            <a:ext cx="8692500" cy="3472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500"/>
              <a:buNone/>
              <a:defRPr sz="4500">
                <a:solidFill>
                  <a:schemeClr val="lt1"/>
                </a:solidFill>
              </a:defRPr>
            </a:lvl1pPr>
            <a:lvl2pPr lvl="1">
              <a:spcBef>
                <a:spcPts val="0"/>
              </a:spcBef>
              <a:spcAft>
                <a:spcPts val="0"/>
              </a:spcAft>
              <a:buClr>
                <a:schemeClr val="lt1"/>
              </a:buClr>
              <a:buSzPts val="4500"/>
              <a:buNone/>
              <a:defRPr sz="4500">
                <a:solidFill>
                  <a:schemeClr val="lt1"/>
                </a:solidFill>
              </a:defRPr>
            </a:lvl2pPr>
            <a:lvl3pPr lvl="2">
              <a:spcBef>
                <a:spcPts val="0"/>
              </a:spcBef>
              <a:spcAft>
                <a:spcPts val="0"/>
              </a:spcAft>
              <a:buClr>
                <a:schemeClr val="lt1"/>
              </a:buClr>
              <a:buSzPts val="4500"/>
              <a:buNone/>
              <a:defRPr sz="4500">
                <a:solidFill>
                  <a:schemeClr val="lt1"/>
                </a:solidFill>
              </a:defRPr>
            </a:lvl3pPr>
            <a:lvl4pPr lvl="3">
              <a:spcBef>
                <a:spcPts val="0"/>
              </a:spcBef>
              <a:spcAft>
                <a:spcPts val="0"/>
              </a:spcAft>
              <a:buClr>
                <a:schemeClr val="lt1"/>
              </a:buClr>
              <a:buSzPts val="4500"/>
              <a:buNone/>
              <a:defRPr sz="4500">
                <a:solidFill>
                  <a:schemeClr val="lt1"/>
                </a:solidFill>
              </a:defRPr>
            </a:lvl4pPr>
            <a:lvl5pPr lvl="4">
              <a:spcBef>
                <a:spcPts val="0"/>
              </a:spcBef>
              <a:spcAft>
                <a:spcPts val="0"/>
              </a:spcAft>
              <a:buClr>
                <a:schemeClr val="lt1"/>
              </a:buClr>
              <a:buSzPts val="4500"/>
              <a:buNone/>
              <a:defRPr sz="4500">
                <a:solidFill>
                  <a:schemeClr val="lt1"/>
                </a:solidFill>
              </a:defRPr>
            </a:lvl5pPr>
            <a:lvl6pPr lvl="5">
              <a:spcBef>
                <a:spcPts val="0"/>
              </a:spcBef>
              <a:spcAft>
                <a:spcPts val="0"/>
              </a:spcAft>
              <a:buClr>
                <a:schemeClr val="lt1"/>
              </a:buClr>
              <a:buSzPts val="4500"/>
              <a:buNone/>
              <a:defRPr sz="4500">
                <a:solidFill>
                  <a:schemeClr val="lt1"/>
                </a:solidFill>
              </a:defRPr>
            </a:lvl6pPr>
            <a:lvl7pPr lvl="6">
              <a:spcBef>
                <a:spcPts val="0"/>
              </a:spcBef>
              <a:spcAft>
                <a:spcPts val="0"/>
              </a:spcAft>
              <a:buClr>
                <a:schemeClr val="lt1"/>
              </a:buClr>
              <a:buSzPts val="4500"/>
              <a:buNone/>
              <a:defRPr sz="4500">
                <a:solidFill>
                  <a:schemeClr val="lt1"/>
                </a:solidFill>
              </a:defRPr>
            </a:lvl7pPr>
            <a:lvl8pPr lvl="7">
              <a:spcBef>
                <a:spcPts val="0"/>
              </a:spcBef>
              <a:spcAft>
                <a:spcPts val="0"/>
              </a:spcAft>
              <a:buClr>
                <a:schemeClr val="lt1"/>
              </a:buClr>
              <a:buSzPts val="4500"/>
              <a:buNone/>
              <a:defRPr sz="4500">
                <a:solidFill>
                  <a:schemeClr val="lt1"/>
                </a:solidFill>
              </a:defRPr>
            </a:lvl8pPr>
            <a:lvl9pPr lvl="8">
              <a:spcBef>
                <a:spcPts val="0"/>
              </a:spcBef>
              <a:spcAft>
                <a:spcPts val="0"/>
              </a:spcAft>
              <a:buClr>
                <a:schemeClr val="lt1"/>
              </a:buClr>
              <a:buSzPts val="4500"/>
              <a:buNone/>
              <a:defRPr sz="4500">
                <a:solidFill>
                  <a:schemeClr val="lt1"/>
                </a:solidFill>
              </a:defRPr>
            </a:lvl9pPr>
          </a:lstStyle>
          <a:p>
            <a:endParaRPr/>
          </a:p>
        </p:txBody>
      </p:sp>
      <p:sp>
        <p:nvSpPr>
          <p:cNvPr id="152" name="Google Shape;152;p19"/>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19"/>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lt1"/>
              </a:buClr>
              <a:buSzPts val="900"/>
              <a:buChar char="●"/>
              <a:defRPr>
                <a:solidFill>
                  <a:schemeClr val="lt1"/>
                </a:solidFill>
              </a:defRPr>
            </a:lvl1pPr>
            <a:lvl2pPr marL="914400" lvl="1" indent="-285750">
              <a:spcBef>
                <a:spcPts val="0"/>
              </a:spcBef>
              <a:spcAft>
                <a:spcPts val="0"/>
              </a:spcAft>
              <a:buClr>
                <a:schemeClr val="lt1"/>
              </a:buClr>
              <a:buSzPts val="900"/>
              <a:buChar char="○"/>
              <a:defRPr>
                <a:solidFill>
                  <a:schemeClr val="lt1"/>
                </a:solidFill>
              </a:defRPr>
            </a:lvl2pPr>
            <a:lvl3pPr marL="1371600" lvl="2" indent="-285750">
              <a:spcBef>
                <a:spcPts val="0"/>
              </a:spcBef>
              <a:spcAft>
                <a:spcPts val="0"/>
              </a:spcAft>
              <a:buClr>
                <a:schemeClr val="lt1"/>
              </a:buClr>
              <a:buSzPts val="900"/>
              <a:buChar char="■"/>
              <a:defRPr>
                <a:solidFill>
                  <a:schemeClr val="lt1"/>
                </a:solidFill>
              </a:defRPr>
            </a:lvl3pPr>
            <a:lvl4pPr marL="1828800" lvl="3" indent="-285750">
              <a:spcBef>
                <a:spcPts val="0"/>
              </a:spcBef>
              <a:spcAft>
                <a:spcPts val="0"/>
              </a:spcAft>
              <a:buClr>
                <a:schemeClr val="lt1"/>
              </a:buClr>
              <a:buSzPts val="900"/>
              <a:buChar char="●"/>
              <a:defRPr>
                <a:solidFill>
                  <a:schemeClr val="lt1"/>
                </a:solidFill>
              </a:defRPr>
            </a:lvl4pPr>
            <a:lvl5pPr marL="2286000" lvl="4" indent="-285750">
              <a:spcBef>
                <a:spcPts val="0"/>
              </a:spcBef>
              <a:spcAft>
                <a:spcPts val="0"/>
              </a:spcAft>
              <a:buClr>
                <a:schemeClr val="lt1"/>
              </a:buClr>
              <a:buSzPts val="900"/>
              <a:buChar char="○"/>
              <a:defRPr>
                <a:solidFill>
                  <a:schemeClr val="lt1"/>
                </a:solidFill>
              </a:defRPr>
            </a:lvl5pPr>
            <a:lvl6pPr marL="2743200" lvl="5" indent="-285750">
              <a:spcBef>
                <a:spcPts val="0"/>
              </a:spcBef>
              <a:spcAft>
                <a:spcPts val="0"/>
              </a:spcAft>
              <a:buClr>
                <a:schemeClr val="lt1"/>
              </a:buClr>
              <a:buSzPts val="900"/>
              <a:buChar char="■"/>
              <a:defRPr>
                <a:solidFill>
                  <a:schemeClr val="lt1"/>
                </a:solidFill>
              </a:defRPr>
            </a:lvl6pPr>
            <a:lvl7pPr marL="3200400" lvl="6" indent="-285750">
              <a:spcBef>
                <a:spcPts val="0"/>
              </a:spcBef>
              <a:spcAft>
                <a:spcPts val="0"/>
              </a:spcAft>
              <a:buClr>
                <a:schemeClr val="lt1"/>
              </a:buClr>
              <a:buSzPts val="900"/>
              <a:buChar char="●"/>
              <a:defRPr>
                <a:solidFill>
                  <a:schemeClr val="lt1"/>
                </a:solidFill>
              </a:defRPr>
            </a:lvl7pPr>
            <a:lvl8pPr marL="3657600" lvl="7" indent="-285750">
              <a:spcBef>
                <a:spcPts val="0"/>
              </a:spcBef>
              <a:spcAft>
                <a:spcPts val="0"/>
              </a:spcAft>
              <a:buClr>
                <a:schemeClr val="lt1"/>
              </a:buClr>
              <a:buSzPts val="900"/>
              <a:buChar char="○"/>
              <a:defRPr>
                <a:solidFill>
                  <a:schemeClr val="lt1"/>
                </a:solidFill>
              </a:defRPr>
            </a:lvl8pPr>
            <a:lvl9pPr marL="4114800" lvl="8" indent="-285750">
              <a:spcBef>
                <a:spcPts val="0"/>
              </a:spcBef>
              <a:spcAft>
                <a:spcPts val="0"/>
              </a:spcAft>
              <a:buClr>
                <a:schemeClr val="lt1"/>
              </a:buClr>
              <a:buSzPts val="900"/>
              <a:buChar char="■"/>
              <a:defRPr>
                <a:solidFill>
                  <a:schemeClr val="lt1"/>
                </a:solidFill>
              </a:defRPr>
            </a:lvl9pPr>
          </a:lstStyle>
          <a:p>
            <a:endParaRPr/>
          </a:p>
        </p:txBody>
      </p:sp>
      <p:cxnSp>
        <p:nvCxnSpPr>
          <p:cNvPr id="154" name="Google Shape;154;p19"/>
          <p:cNvCxnSpPr/>
          <p:nvPr/>
        </p:nvCxnSpPr>
        <p:spPr>
          <a:xfrm rot="10800000" flipH="1">
            <a:off x="225750" y="4678950"/>
            <a:ext cx="8692500" cy="5700"/>
          </a:xfrm>
          <a:prstGeom prst="straightConnector1">
            <a:avLst/>
          </a:prstGeom>
          <a:noFill/>
          <a:ln w="9525" cap="flat" cmpd="sng">
            <a:solidFill>
              <a:schemeClr val="lt1"/>
            </a:solidFill>
            <a:prstDash val="solid"/>
            <a:round/>
            <a:headEnd type="none" w="med" len="med"/>
            <a:tailEnd type="none" w="med" len="med"/>
          </a:ln>
        </p:spPr>
      </p:cxnSp>
      <p:cxnSp>
        <p:nvCxnSpPr>
          <p:cNvPr id="155" name="Google Shape;155;p19"/>
          <p:cNvCxnSpPr/>
          <p:nvPr/>
        </p:nvCxnSpPr>
        <p:spPr>
          <a:xfrm rot="10800000" flipH="1">
            <a:off x="225750" y="1212350"/>
            <a:ext cx="8692500" cy="570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image with footer">
  <p:cSld name="CUSTOM_7">
    <p:spTree>
      <p:nvGrpSpPr>
        <p:cNvPr id="1" name="Shape 156"/>
        <p:cNvGrpSpPr/>
        <p:nvPr/>
      </p:nvGrpSpPr>
      <p:grpSpPr>
        <a:xfrm>
          <a:off x="0" y="0"/>
          <a:ext cx="0" cy="0"/>
          <a:chOff x="0" y="0"/>
          <a:chExt cx="0" cy="0"/>
        </a:xfrm>
      </p:grpSpPr>
      <p:sp>
        <p:nvSpPr>
          <p:cNvPr id="157" name="Google Shape;157;p20"/>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8" name="Google Shape;158;p20"/>
          <p:cNvSpPr txBox="1">
            <a:spLocks noGrp="1"/>
          </p:cNvSpPr>
          <p:nvPr>
            <p:ph type="title"/>
          </p:nvPr>
        </p:nvSpPr>
        <p:spPr>
          <a:xfrm>
            <a:off x="228600" y="665825"/>
            <a:ext cx="5753400" cy="22860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9" name="Google Shape;159;p20"/>
          <p:cNvSpPr>
            <a:spLocks noGrp="1"/>
          </p:cNvSpPr>
          <p:nvPr>
            <p:ph type="pic" idx="2"/>
          </p:nvPr>
        </p:nvSpPr>
        <p:spPr>
          <a:xfrm>
            <a:off x="6777063" y="1017650"/>
            <a:ext cx="1582800" cy="1582800"/>
          </a:xfrm>
          <a:prstGeom prst="rect">
            <a:avLst/>
          </a:prstGeom>
          <a:noFill/>
          <a:ln>
            <a:noFill/>
          </a:ln>
        </p:spPr>
      </p:sp>
      <p:sp>
        <p:nvSpPr>
          <p:cNvPr id="160" name="Google Shape;160;p20"/>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61" name="Google Shape;161;p20"/>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image">
  <p:cSld name="CUSTOM_7_1">
    <p:spTree>
      <p:nvGrpSpPr>
        <p:cNvPr id="1" name="Shape 162"/>
        <p:cNvGrpSpPr/>
        <p:nvPr/>
      </p:nvGrpSpPr>
      <p:grpSpPr>
        <a:xfrm>
          <a:off x="0" y="0"/>
          <a:ext cx="0" cy="0"/>
          <a:chOff x="0" y="0"/>
          <a:chExt cx="0" cy="0"/>
        </a:xfrm>
      </p:grpSpPr>
      <p:sp>
        <p:nvSpPr>
          <p:cNvPr id="163" name="Google Shape;163;p21"/>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4" name="Google Shape;164;p21"/>
          <p:cNvSpPr/>
          <p:nvPr/>
        </p:nvSpPr>
        <p:spPr>
          <a:xfrm>
            <a:off x="7005675" y="789050"/>
            <a:ext cx="1582800" cy="1582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 name="Google Shape;165;p21"/>
          <p:cNvSpPr txBox="1">
            <a:spLocks noGrp="1"/>
          </p:cNvSpPr>
          <p:nvPr>
            <p:ph type="title"/>
          </p:nvPr>
        </p:nvSpPr>
        <p:spPr>
          <a:xfrm>
            <a:off x="228600" y="665825"/>
            <a:ext cx="5753400" cy="22860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6" name="Google Shape;166;p21"/>
          <p:cNvSpPr>
            <a:spLocks noGrp="1"/>
          </p:cNvSpPr>
          <p:nvPr>
            <p:ph type="pic" idx="2"/>
          </p:nvPr>
        </p:nvSpPr>
        <p:spPr>
          <a:xfrm>
            <a:off x="6777063" y="1017650"/>
            <a:ext cx="1582800" cy="1582800"/>
          </a:xfrm>
          <a:prstGeom prst="rect">
            <a:avLst/>
          </a:prstGeom>
          <a:noFill/>
          <a:ln>
            <a:noFill/>
          </a:ln>
        </p:spPr>
      </p:sp>
      <p:cxnSp>
        <p:nvCxnSpPr>
          <p:cNvPr id="167" name="Google Shape;167;p21"/>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2">
  <p:cSld name="CUSTOM_8">
    <p:spTree>
      <p:nvGrpSpPr>
        <p:cNvPr id="1" name="Shape 168"/>
        <p:cNvGrpSpPr/>
        <p:nvPr/>
      </p:nvGrpSpPr>
      <p:grpSpPr>
        <a:xfrm>
          <a:off x="0" y="0"/>
          <a:ext cx="0" cy="0"/>
          <a:chOff x="0" y="0"/>
          <a:chExt cx="0" cy="0"/>
        </a:xfrm>
      </p:grpSpPr>
      <p:sp>
        <p:nvSpPr>
          <p:cNvPr id="169" name="Google Shape;169;p2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0" name="Google Shape;170;p22"/>
          <p:cNvSpPr txBox="1">
            <a:spLocks noGrp="1"/>
          </p:cNvSpPr>
          <p:nvPr>
            <p:ph type="title"/>
          </p:nvPr>
        </p:nvSpPr>
        <p:spPr>
          <a:xfrm>
            <a:off x="228600" y="1549575"/>
            <a:ext cx="7938000" cy="2286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1" name="Google Shape;171;p22"/>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72" name="Google Shape;172;p22"/>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CUSTOM_8_1">
    <p:spTree>
      <p:nvGrpSpPr>
        <p:cNvPr id="1" name="Shape 173"/>
        <p:cNvGrpSpPr/>
        <p:nvPr/>
      </p:nvGrpSpPr>
      <p:grpSpPr>
        <a:xfrm>
          <a:off x="0" y="0"/>
          <a:ext cx="0" cy="0"/>
          <a:chOff x="0" y="0"/>
          <a:chExt cx="0" cy="0"/>
        </a:xfrm>
      </p:grpSpPr>
      <p:sp>
        <p:nvSpPr>
          <p:cNvPr id="174" name="Google Shape;174;p2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175" name="Google Shape;175;p2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176" name="Google Shape;176;p23"/>
          <p:cNvSpPr txBox="1">
            <a:spLocks noGrp="1"/>
          </p:cNvSpPr>
          <p:nvPr>
            <p:ph type="title"/>
          </p:nvPr>
        </p:nvSpPr>
        <p:spPr>
          <a:xfrm>
            <a:off x="229450" y="332175"/>
            <a:ext cx="8686800" cy="8745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p:cSld name="CUSTOM_8_1_1">
    <p:spTree>
      <p:nvGrpSpPr>
        <p:cNvPr id="1" name="Shape 177"/>
        <p:cNvGrpSpPr/>
        <p:nvPr/>
      </p:nvGrpSpPr>
      <p:grpSpPr>
        <a:xfrm>
          <a:off x="0" y="0"/>
          <a:ext cx="0" cy="0"/>
          <a:chOff x="0" y="0"/>
          <a:chExt cx="0" cy="0"/>
        </a:xfrm>
      </p:grpSpPr>
      <p:sp>
        <p:nvSpPr>
          <p:cNvPr id="178" name="Google Shape;178;p24"/>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179" name="Google Shape;179;p24"/>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180" name="Google Shape;180;p24"/>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
    <p:spTree>
      <p:nvGrpSpPr>
        <p:cNvPr id="1" name="Shape 181"/>
        <p:cNvGrpSpPr/>
        <p:nvPr/>
      </p:nvGrpSpPr>
      <p:grpSpPr>
        <a:xfrm>
          <a:off x="0" y="0"/>
          <a:ext cx="0" cy="0"/>
          <a:chOff x="0" y="0"/>
          <a:chExt cx="0" cy="0"/>
        </a:xfrm>
      </p:grpSpPr>
      <p:sp>
        <p:nvSpPr>
          <p:cNvPr id="182" name="Google Shape;182;p25"/>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3" name="Google Shape;183;p25"/>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84" name="Google Shape;184;p25"/>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85" name="Google Shape;185;p25"/>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86" name="Google Shape;186;p25"/>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section title and description">
  <p:cSld name="ONE_COLUMN_TEXT_2">
    <p:spTree>
      <p:nvGrpSpPr>
        <p:cNvPr id="1" name="Shape 187"/>
        <p:cNvGrpSpPr/>
        <p:nvPr/>
      </p:nvGrpSpPr>
      <p:grpSpPr>
        <a:xfrm>
          <a:off x="0" y="0"/>
          <a:ext cx="0" cy="0"/>
          <a:chOff x="0" y="0"/>
          <a:chExt cx="0" cy="0"/>
        </a:xfrm>
      </p:grpSpPr>
      <p:sp>
        <p:nvSpPr>
          <p:cNvPr id="188" name="Google Shape;188;p2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89" name="Google Shape;189;p26"/>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90" name="Google Shape;190;p26"/>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cxnSp>
        <p:nvCxnSpPr>
          <p:cNvPr id="191" name="Google Shape;191;p26"/>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act">
  <p:cSld name="ONE_COLUMN_TEXT_1">
    <p:spTree>
      <p:nvGrpSpPr>
        <p:cNvPr id="1" name="Shape 192"/>
        <p:cNvGrpSpPr/>
        <p:nvPr/>
      </p:nvGrpSpPr>
      <p:grpSpPr>
        <a:xfrm>
          <a:off x="0" y="0"/>
          <a:ext cx="0" cy="0"/>
          <a:chOff x="0" y="0"/>
          <a:chExt cx="0" cy="0"/>
        </a:xfrm>
      </p:grpSpPr>
      <p:sp>
        <p:nvSpPr>
          <p:cNvPr id="193" name="Google Shape;193;p2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4" name="Google Shape;194;p27"/>
          <p:cNvSpPr txBox="1">
            <a:spLocks noGrp="1"/>
          </p:cNvSpPr>
          <p:nvPr>
            <p:ph type="title"/>
          </p:nvPr>
        </p:nvSpPr>
        <p:spPr>
          <a:xfrm>
            <a:off x="228600" y="2089772"/>
            <a:ext cx="3551400" cy="6702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95" name="Google Shape;195;p27"/>
          <p:cNvSpPr txBox="1">
            <a:spLocks noGrp="1"/>
          </p:cNvSpPr>
          <p:nvPr>
            <p:ph type="subTitle" idx="1"/>
          </p:nvPr>
        </p:nvSpPr>
        <p:spPr>
          <a:xfrm>
            <a:off x="6074275" y="1004700"/>
            <a:ext cx="2558700" cy="31341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96" name="Google Shape;196;p27"/>
          <p:cNvSpPr txBox="1">
            <a:spLocks noGrp="1"/>
          </p:cNvSpPr>
          <p:nvPr>
            <p:ph type="subTitle" idx="2"/>
          </p:nvPr>
        </p:nvSpPr>
        <p:spPr>
          <a:xfrm>
            <a:off x="4292700" y="1004700"/>
            <a:ext cx="1671000" cy="3134100"/>
          </a:xfrm>
          <a:prstGeom prst="rect">
            <a:avLst/>
          </a:prstGeom>
        </p:spPr>
        <p:txBody>
          <a:bodyPr spcFirstLastPara="1" wrap="square" lIns="91425" tIns="91425" rIns="91425" bIns="91425" anchor="ctr" anchorCtr="0">
            <a:noAutofit/>
          </a:bodyPr>
          <a:lstStyle>
            <a:lvl1pPr lvl="0" algn="r">
              <a:spcBef>
                <a:spcPts val="0"/>
              </a:spcBef>
              <a:spcAft>
                <a:spcPts val="0"/>
              </a:spcAft>
              <a:buSzPts val="2000"/>
              <a:buNone/>
              <a:defRPr b="1"/>
            </a:lvl1pPr>
            <a:lvl2pPr lvl="1" algn="r">
              <a:spcBef>
                <a:spcPts val="0"/>
              </a:spcBef>
              <a:spcAft>
                <a:spcPts val="0"/>
              </a:spcAft>
              <a:buSzPts val="2000"/>
              <a:buNone/>
              <a:defRPr b="1"/>
            </a:lvl2pPr>
            <a:lvl3pPr lvl="2" algn="r">
              <a:spcBef>
                <a:spcPts val="0"/>
              </a:spcBef>
              <a:spcAft>
                <a:spcPts val="0"/>
              </a:spcAft>
              <a:buSzPts val="2000"/>
              <a:buNone/>
              <a:defRPr b="1"/>
            </a:lvl3pPr>
            <a:lvl4pPr lvl="3" algn="r">
              <a:spcBef>
                <a:spcPts val="0"/>
              </a:spcBef>
              <a:spcAft>
                <a:spcPts val="0"/>
              </a:spcAft>
              <a:buSzPts val="2000"/>
              <a:buNone/>
              <a:defRPr b="1"/>
            </a:lvl4pPr>
            <a:lvl5pPr lvl="4" algn="r">
              <a:spcBef>
                <a:spcPts val="0"/>
              </a:spcBef>
              <a:spcAft>
                <a:spcPts val="0"/>
              </a:spcAft>
              <a:buSzPts val="2000"/>
              <a:buNone/>
              <a:defRPr b="1"/>
            </a:lvl5pPr>
            <a:lvl6pPr lvl="5" algn="r">
              <a:spcBef>
                <a:spcPts val="0"/>
              </a:spcBef>
              <a:spcAft>
                <a:spcPts val="0"/>
              </a:spcAft>
              <a:buSzPts val="2000"/>
              <a:buNone/>
              <a:defRPr b="1"/>
            </a:lvl6pPr>
            <a:lvl7pPr lvl="6" algn="r">
              <a:spcBef>
                <a:spcPts val="0"/>
              </a:spcBef>
              <a:spcAft>
                <a:spcPts val="0"/>
              </a:spcAft>
              <a:buSzPts val="2000"/>
              <a:buNone/>
              <a:defRPr b="1"/>
            </a:lvl7pPr>
            <a:lvl8pPr lvl="7" algn="r">
              <a:spcBef>
                <a:spcPts val="0"/>
              </a:spcBef>
              <a:spcAft>
                <a:spcPts val="0"/>
              </a:spcAft>
              <a:buSzPts val="2000"/>
              <a:buNone/>
              <a:defRPr b="1"/>
            </a:lvl8pPr>
            <a:lvl9pPr lvl="8" algn="r">
              <a:spcBef>
                <a:spcPts val="0"/>
              </a:spcBef>
              <a:spcAft>
                <a:spcPts val="0"/>
              </a:spcAft>
              <a:buSzPts val="2000"/>
              <a:buNone/>
              <a:defRPr b="1"/>
            </a:lvl9pPr>
          </a:lstStyle>
          <a:p>
            <a:endParaRPr/>
          </a:p>
        </p:txBody>
      </p:sp>
      <p:sp>
        <p:nvSpPr>
          <p:cNvPr id="197" name="Google Shape;197;p27"/>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198" name="Google Shape;198;p27"/>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with footer">
  <p:cSld name="CUSTOM_4">
    <p:spTree>
      <p:nvGrpSpPr>
        <p:cNvPr id="1" name="Shape 199"/>
        <p:cNvGrpSpPr/>
        <p:nvPr/>
      </p:nvGrpSpPr>
      <p:grpSpPr>
        <a:xfrm>
          <a:off x="0" y="0"/>
          <a:ext cx="0" cy="0"/>
          <a:chOff x="0" y="0"/>
          <a:chExt cx="0" cy="0"/>
        </a:xfrm>
      </p:grpSpPr>
      <p:sp>
        <p:nvSpPr>
          <p:cNvPr id="200" name="Google Shape;200;p28"/>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1" name="Google Shape;201;p28"/>
          <p:cNvSpPr txBox="1">
            <a:spLocks noGrp="1"/>
          </p:cNvSpPr>
          <p:nvPr>
            <p:ph type="title"/>
          </p:nvPr>
        </p:nvSpPr>
        <p:spPr>
          <a:xfrm>
            <a:off x="229450" y="332175"/>
            <a:ext cx="8686800" cy="8745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202" name="Google Shape;202;p28"/>
          <p:cNvSpPr txBox="1">
            <a:spLocks noGrp="1"/>
          </p:cNvSpPr>
          <p:nvPr>
            <p:ph type="body" idx="1"/>
          </p:nvPr>
        </p:nvSpPr>
        <p:spPr>
          <a:xfrm>
            <a:off x="229450" y="1294950"/>
            <a:ext cx="3566100" cy="2872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03" name="Google Shape;203;p28"/>
          <p:cNvSpPr txBox="1">
            <a:spLocks noGrp="1"/>
          </p:cNvSpPr>
          <p:nvPr>
            <p:ph type="body" idx="2"/>
          </p:nvPr>
        </p:nvSpPr>
        <p:spPr>
          <a:xfrm>
            <a:off x="4572850" y="1294950"/>
            <a:ext cx="3566100" cy="2872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04" name="Google Shape;204;p28"/>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05" name="Google Shape;205;p28"/>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p:cSld name="CUSTOM_4_1">
    <p:spTree>
      <p:nvGrpSpPr>
        <p:cNvPr id="1" name="Shape 206"/>
        <p:cNvGrpSpPr/>
        <p:nvPr/>
      </p:nvGrpSpPr>
      <p:grpSpPr>
        <a:xfrm>
          <a:off x="0" y="0"/>
          <a:ext cx="0" cy="0"/>
          <a:chOff x="0" y="0"/>
          <a:chExt cx="0" cy="0"/>
        </a:xfrm>
      </p:grpSpPr>
      <p:sp>
        <p:nvSpPr>
          <p:cNvPr id="207" name="Google Shape;207;p29"/>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08" name="Google Shape;208;p29"/>
          <p:cNvSpPr txBox="1">
            <a:spLocks noGrp="1"/>
          </p:cNvSpPr>
          <p:nvPr>
            <p:ph type="title"/>
          </p:nvPr>
        </p:nvSpPr>
        <p:spPr>
          <a:xfrm>
            <a:off x="229450" y="332175"/>
            <a:ext cx="8686800" cy="8745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209" name="Google Shape;209;p29"/>
          <p:cNvSpPr txBox="1">
            <a:spLocks noGrp="1"/>
          </p:cNvSpPr>
          <p:nvPr>
            <p:ph type="body" idx="1"/>
          </p:nvPr>
        </p:nvSpPr>
        <p:spPr>
          <a:xfrm>
            <a:off x="229450" y="1294950"/>
            <a:ext cx="3566100" cy="2872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10" name="Google Shape;210;p29"/>
          <p:cNvSpPr txBox="1">
            <a:spLocks noGrp="1"/>
          </p:cNvSpPr>
          <p:nvPr>
            <p:ph type="body" idx="2"/>
          </p:nvPr>
        </p:nvSpPr>
        <p:spPr>
          <a:xfrm>
            <a:off x="4572850" y="1294950"/>
            <a:ext cx="3566100" cy="2872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11" name="Google Shape;211;p29"/>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image boards">
  <p:cSld name="CUSTOM_1">
    <p:spTree>
      <p:nvGrpSpPr>
        <p:cNvPr id="1" name="Shape 212"/>
        <p:cNvGrpSpPr/>
        <p:nvPr/>
      </p:nvGrpSpPr>
      <p:grpSpPr>
        <a:xfrm>
          <a:off x="0" y="0"/>
          <a:ext cx="0" cy="0"/>
          <a:chOff x="0" y="0"/>
          <a:chExt cx="0" cy="0"/>
        </a:xfrm>
      </p:grpSpPr>
      <p:sp>
        <p:nvSpPr>
          <p:cNvPr id="213" name="Google Shape;213;p30"/>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4" name="Google Shape;214;p30"/>
          <p:cNvSpPr txBox="1">
            <a:spLocks noGrp="1"/>
          </p:cNvSpPr>
          <p:nvPr>
            <p:ph type="subTitle" idx="1"/>
          </p:nvPr>
        </p:nvSpPr>
        <p:spPr>
          <a:xfrm>
            <a:off x="228600" y="164350"/>
            <a:ext cx="3514200" cy="429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15" name="Google Shape;215;p30"/>
          <p:cNvSpPr>
            <a:spLocks noGrp="1"/>
          </p:cNvSpPr>
          <p:nvPr>
            <p:ph type="pic" idx="2"/>
          </p:nvPr>
        </p:nvSpPr>
        <p:spPr>
          <a:xfrm>
            <a:off x="228600" y="1870200"/>
            <a:ext cx="2024400" cy="2314200"/>
          </a:xfrm>
          <a:prstGeom prst="rect">
            <a:avLst/>
          </a:prstGeom>
          <a:noFill/>
          <a:ln>
            <a:noFill/>
          </a:ln>
        </p:spPr>
      </p:sp>
      <p:sp>
        <p:nvSpPr>
          <p:cNvPr id="216" name="Google Shape;216;p30"/>
          <p:cNvSpPr>
            <a:spLocks noGrp="1"/>
          </p:cNvSpPr>
          <p:nvPr>
            <p:ph type="pic" idx="3"/>
          </p:nvPr>
        </p:nvSpPr>
        <p:spPr>
          <a:xfrm>
            <a:off x="3864875" y="1870200"/>
            <a:ext cx="3561900" cy="2314200"/>
          </a:xfrm>
          <a:prstGeom prst="rect">
            <a:avLst/>
          </a:prstGeom>
          <a:noFill/>
          <a:ln>
            <a:noFill/>
          </a:ln>
        </p:spPr>
      </p:sp>
      <p:sp>
        <p:nvSpPr>
          <p:cNvPr id="217" name="Google Shape;217;p30"/>
          <p:cNvSpPr>
            <a:spLocks noGrp="1"/>
          </p:cNvSpPr>
          <p:nvPr>
            <p:ph type="pic" idx="4"/>
          </p:nvPr>
        </p:nvSpPr>
        <p:spPr>
          <a:xfrm>
            <a:off x="7547700" y="1870200"/>
            <a:ext cx="1367700" cy="2314200"/>
          </a:xfrm>
          <a:prstGeom prst="rect">
            <a:avLst/>
          </a:prstGeom>
          <a:noFill/>
          <a:ln>
            <a:noFill/>
          </a:ln>
        </p:spPr>
      </p:sp>
      <p:sp>
        <p:nvSpPr>
          <p:cNvPr id="218" name="Google Shape;218;p30"/>
          <p:cNvSpPr>
            <a:spLocks noGrp="1"/>
          </p:cNvSpPr>
          <p:nvPr>
            <p:ph type="pic" idx="5"/>
          </p:nvPr>
        </p:nvSpPr>
        <p:spPr>
          <a:xfrm>
            <a:off x="2375088" y="1870200"/>
            <a:ext cx="1367700" cy="2314200"/>
          </a:xfrm>
          <a:prstGeom prst="rect">
            <a:avLst/>
          </a:prstGeom>
          <a:noFill/>
          <a:ln>
            <a:noFill/>
          </a:ln>
        </p:spPr>
      </p:sp>
      <p:sp>
        <p:nvSpPr>
          <p:cNvPr id="219" name="Google Shape;219;p30"/>
          <p:cNvSpPr txBox="1">
            <a:spLocks noGrp="1"/>
          </p:cNvSpPr>
          <p:nvPr>
            <p:ph type="body" idx="6"/>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20" name="Google Shape;220;p30"/>
          <p:cNvSpPr txBox="1">
            <a:spLocks noGrp="1"/>
          </p:cNvSpPr>
          <p:nvPr>
            <p:ph type="body" idx="7"/>
          </p:nvPr>
        </p:nvSpPr>
        <p:spPr>
          <a:xfrm>
            <a:off x="228600" y="593650"/>
            <a:ext cx="3514200" cy="8928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21" name="Google Shape;221;p30"/>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image boards">
  <p:cSld name="CUSTOM_1_1">
    <p:spTree>
      <p:nvGrpSpPr>
        <p:cNvPr id="1" name="Shape 222"/>
        <p:cNvGrpSpPr/>
        <p:nvPr/>
      </p:nvGrpSpPr>
      <p:grpSpPr>
        <a:xfrm>
          <a:off x="0" y="0"/>
          <a:ext cx="0" cy="0"/>
          <a:chOff x="0" y="0"/>
          <a:chExt cx="0" cy="0"/>
        </a:xfrm>
      </p:grpSpPr>
      <p:sp>
        <p:nvSpPr>
          <p:cNvPr id="223" name="Google Shape;223;p31"/>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24" name="Google Shape;224;p31"/>
          <p:cNvSpPr txBox="1">
            <a:spLocks noGrp="1"/>
          </p:cNvSpPr>
          <p:nvPr>
            <p:ph type="subTitle" idx="1"/>
          </p:nvPr>
        </p:nvSpPr>
        <p:spPr>
          <a:xfrm>
            <a:off x="228600" y="164350"/>
            <a:ext cx="3514200" cy="429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25" name="Google Shape;225;p31"/>
          <p:cNvSpPr>
            <a:spLocks noGrp="1"/>
          </p:cNvSpPr>
          <p:nvPr>
            <p:ph type="pic" idx="2"/>
          </p:nvPr>
        </p:nvSpPr>
        <p:spPr>
          <a:xfrm>
            <a:off x="228600" y="1617150"/>
            <a:ext cx="2820300" cy="2820300"/>
          </a:xfrm>
          <a:prstGeom prst="rect">
            <a:avLst/>
          </a:prstGeom>
          <a:noFill/>
          <a:ln>
            <a:noFill/>
          </a:ln>
        </p:spPr>
      </p:sp>
      <p:sp>
        <p:nvSpPr>
          <p:cNvPr id="226" name="Google Shape;226;p31"/>
          <p:cNvSpPr>
            <a:spLocks noGrp="1"/>
          </p:cNvSpPr>
          <p:nvPr>
            <p:ph type="pic" idx="3"/>
          </p:nvPr>
        </p:nvSpPr>
        <p:spPr>
          <a:xfrm>
            <a:off x="3161800" y="1617150"/>
            <a:ext cx="2820300" cy="2820300"/>
          </a:xfrm>
          <a:prstGeom prst="rect">
            <a:avLst/>
          </a:prstGeom>
          <a:noFill/>
          <a:ln>
            <a:noFill/>
          </a:ln>
        </p:spPr>
      </p:sp>
      <p:sp>
        <p:nvSpPr>
          <p:cNvPr id="227" name="Google Shape;227;p31"/>
          <p:cNvSpPr>
            <a:spLocks noGrp="1"/>
          </p:cNvSpPr>
          <p:nvPr>
            <p:ph type="pic" idx="4"/>
          </p:nvPr>
        </p:nvSpPr>
        <p:spPr>
          <a:xfrm>
            <a:off x="6095000" y="1617150"/>
            <a:ext cx="2820300" cy="2820300"/>
          </a:xfrm>
          <a:prstGeom prst="rect">
            <a:avLst/>
          </a:prstGeom>
          <a:noFill/>
          <a:ln>
            <a:noFill/>
          </a:ln>
        </p:spPr>
      </p:sp>
      <p:sp>
        <p:nvSpPr>
          <p:cNvPr id="228" name="Google Shape;228;p31"/>
          <p:cNvSpPr txBox="1">
            <a:spLocks noGrp="1"/>
          </p:cNvSpPr>
          <p:nvPr>
            <p:ph type="body" idx="5"/>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29" name="Google Shape;229;p31"/>
          <p:cNvSpPr txBox="1">
            <a:spLocks noGrp="1"/>
          </p:cNvSpPr>
          <p:nvPr>
            <p:ph type="body" idx="6"/>
          </p:nvPr>
        </p:nvSpPr>
        <p:spPr>
          <a:xfrm>
            <a:off x="228600" y="593650"/>
            <a:ext cx="3514200" cy="8928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30" name="Google Shape;230;p31"/>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image boards">
  <p:cSld name="CUSTOM_1_1_1">
    <p:spTree>
      <p:nvGrpSpPr>
        <p:cNvPr id="1" name="Shape 231"/>
        <p:cNvGrpSpPr/>
        <p:nvPr/>
      </p:nvGrpSpPr>
      <p:grpSpPr>
        <a:xfrm>
          <a:off x="0" y="0"/>
          <a:ext cx="0" cy="0"/>
          <a:chOff x="0" y="0"/>
          <a:chExt cx="0" cy="0"/>
        </a:xfrm>
      </p:grpSpPr>
      <p:sp>
        <p:nvSpPr>
          <p:cNvPr id="232" name="Google Shape;232;p3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32"/>
          <p:cNvSpPr txBox="1">
            <a:spLocks noGrp="1"/>
          </p:cNvSpPr>
          <p:nvPr>
            <p:ph type="subTitle" idx="1"/>
          </p:nvPr>
        </p:nvSpPr>
        <p:spPr>
          <a:xfrm>
            <a:off x="228600" y="164350"/>
            <a:ext cx="3514200" cy="429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34" name="Google Shape;234;p32"/>
          <p:cNvSpPr>
            <a:spLocks noGrp="1"/>
          </p:cNvSpPr>
          <p:nvPr>
            <p:ph type="pic" idx="2"/>
          </p:nvPr>
        </p:nvSpPr>
        <p:spPr>
          <a:xfrm>
            <a:off x="4633050" y="1617150"/>
            <a:ext cx="4282500" cy="2820300"/>
          </a:xfrm>
          <a:prstGeom prst="rect">
            <a:avLst/>
          </a:prstGeom>
          <a:noFill/>
          <a:ln>
            <a:noFill/>
          </a:ln>
        </p:spPr>
      </p:sp>
      <p:sp>
        <p:nvSpPr>
          <p:cNvPr id="235" name="Google Shape;235;p32"/>
          <p:cNvSpPr>
            <a:spLocks noGrp="1"/>
          </p:cNvSpPr>
          <p:nvPr>
            <p:ph type="pic" idx="3"/>
          </p:nvPr>
        </p:nvSpPr>
        <p:spPr>
          <a:xfrm>
            <a:off x="228600" y="1617150"/>
            <a:ext cx="4282500" cy="2820300"/>
          </a:xfrm>
          <a:prstGeom prst="rect">
            <a:avLst/>
          </a:prstGeom>
          <a:noFill/>
          <a:ln>
            <a:noFill/>
          </a:ln>
        </p:spPr>
      </p:sp>
      <p:sp>
        <p:nvSpPr>
          <p:cNvPr id="236" name="Google Shape;236;p32"/>
          <p:cNvSpPr txBox="1">
            <a:spLocks noGrp="1"/>
          </p:cNvSpPr>
          <p:nvPr>
            <p:ph type="body" idx="4"/>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37" name="Google Shape;237;p32"/>
          <p:cNvSpPr txBox="1">
            <a:spLocks noGrp="1"/>
          </p:cNvSpPr>
          <p:nvPr>
            <p:ph type="body" idx="5"/>
          </p:nvPr>
        </p:nvSpPr>
        <p:spPr>
          <a:xfrm>
            <a:off x="228600" y="593650"/>
            <a:ext cx="3514200" cy="8928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38" name="Google Shape;238;p32"/>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image boards vertical">
  <p:cSld name="CUSTOM_1_1_1_1">
    <p:spTree>
      <p:nvGrpSpPr>
        <p:cNvPr id="1" name="Shape 239"/>
        <p:cNvGrpSpPr/>
        <p:nvPr/>
      </p:nvGrpSpPr>
      <p:grpSpPr>
        <a:xfrm>
          <a:off x="0" y="0"/>
          <a:ext cx="0" cy="0"/>
          <a:chOff x="0" y="0"/>
          <a:chExt cx="0" cy="0"/>
        </a:xfrm>
      </p:grpSpPr>
      <p:sp>
        <p:nvSpPr>
          <p:cNvPr id="240" name="Google Shape;240;p33"/>
          <p:cNvSpPr>
            <a:spLocks noGrp="1"/>
          </p:cNvSpPr>
          <p:nvPr>
            <p:ph type="pic" idx="2"/>
          </p:nvPr>
        </p:nvSpPr>
        <p:spPr>
          <a:xfrm>
            <a:off x="3161800" y="164350"/>
            <a:ext cx="2820300" cy="4304700"/>
          </a:xfrm>
          <a:prstGeom prst="rect">
            <a:avLst/>
          </a:prstGeom>
          <a:noFill/>
          <a:ln>
            <a:noFill/>
          </a:ln>
        </p:spPr>
      </p:sp>
      <p:sp>
        <p:nvSpPr>
          <p:cNvPr id="241" name="Google Shape;241;p33"/>
          <p:cNvSpPr>
            <a:spLocks noGrp="1"/>
          </p:cNvSpPr>
          <p:nvPr>
            <p:ph type="pic" idx="3"/>
          </p:nvPr>
        </p:nvSpPr>
        <p:spPr>
          <a:xfrm>
            <a:off x="6095100" y="164350"/>
            <a:ext cx="2820300" cy="4304700"/>
          </a:xfrm>
          <a:prstGeom prst="rect">
            <a:avLst/>
          </a:prstGeom>
          <a:noFill/>
          <a:ln>
            <a:noFill/>
          </a:ln>
        </p:spPr>
      </p:sp>
      <p:sp>
        <p:nvSpPr>
          <p:cNvPr id="242" name="Google Shape;242;p3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43" name="Google Shape;243;p33"/>
          <p:cNvSpPr txBox="1">
            <a:spLocks noGrp="1"/>
          </p:cNvSpPr>
          <p:nvPr>
            <p:ph type="subTitle" idx="1"/>
          </p:nvPr>
        </p:nvSpPr>
        <p:spPr>
          <a:xfrm>
            <a:off x="228600" y="164350"/>
            <a:ext cx="2820300" cy="429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44" name="Google Shape;244;p33"/>
          <p:cNvSpPr txBox="1">
            <a:spLocks noGrp="1"/>
          </p:cNvSpPr>
          <p:nvPr>
            <p:ph type="body" idx="4"/>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45" name="Google Shape;245;p33"/>
          <p:cNvSpPr txBox="1">
            <a:spLocks noGrp="1"/>
          </p:cNvSpPr>
          <p:nvPr>
            <p:ph type="body" idx="5"/>
          </p:nvPr>
        </p:nvSpPr>
        <p:spPr>
          <a:xfrm>
            <a:off x="228600" y="593650"/>
            <a:ext cx="2171400" cy="8928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46" name="Google Shape;246;p3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247"/>
        <p:cNvGrpSpPr/>
        <p:nvPr/>
      </p:nvGrpSpPr>
      <p:grpSpPr>
        <a:xfrm>
          <a:off x="0" y="0"/>
          <a:ext cx="0" cy="0"/>
          <a:chOff x="0" y="0"/>
          <a:chExt cx="0" cy="0"/>
        </a:xfrm>
      </p:grpSpPr>
      <p:sp>
        <p:nvSpPr>
          <p:cNvPr id="248" name="Google Shape;248;p3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49" name="Google Shape;249;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square image board">
  <p:cSld name="CUSTOM_1_1_1_1_1">
    <p:spTree>
      <p:nvGrpSpPr>
        <p:cNvPr id="1" name="Shape 250"/>
        <p:cNvGrpSpPr/>
        <p:nvPr/>
      </p:nvGrpSpPr>
      <p:grpSpPr>
        <a:xfrm>
          <a:off x="0" y="0"/>
          <a:ext cx="0" cy="0"/>
          <a:chOff x="0" y="0"/>
          <a:chExt cx="0" cy="0"/>
        </a:xfrm>
      </p:grpSpPr>
      <p:sp>
        <p:nvSpPr>
          <p:cNvPr id="251" name="Google Shape;251;p35"/>
          <p:cNvSpPr>
            <a:spLocks noGrp="1"/>
          </p:cNvSpPr>
          <p:nvPr>
            <p:ph type="pic" idx="2"/>
          </p:nvPr>
        </p:nvSpPr>
        <p:spPr>
          <a:xfrm>
            <a:off x="4569950" y="164350"/>
            <a:ext cx="4343100" cy="4304700"/>
          </a:xfrm>
          <a:prstGeom prst="rect">
            <a:avLst/>
          </a:prstGeom>
          <a:noFill/>
          <a:ln>
            <a:noFill/>
          </a:ln>
        </p:spPr>
      </p:sp>
      <p:sp>
        <p:nvSpPr>
          <p:cNvPr id="252" name="Google Shape;252;p35"/>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35"/>
          <p:cNvSpPr txBox="1">
            <a:spLocks noGrp="1"/>
          </p:cNvSpPr>
          <p:nvPr>
            <p:ph type="subTitle" idx="1"/>
          </p:nvPr>
        </p:nvSpPr>
        <p:spPr>
          <a:xfrm>
            <a:off x="228600" y="164350"/>
            <a:ext cx="2820300" cy="429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54" name="Google Shape;254;p35"/>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55" name="Google Shape;255;p35"/>
          <p:cNvSpPr txBox="1">
            <a:spLocks noGrp="1"/>
          </p:cNvSpPr>
          <p:nvPr>
            <p:ph type="body" idx="4"/>
          </p:nvPr>
        </p:nvSpPr>
        <p:spPr>
          <a:xfrm>
            <a:off x="228600" y="593650"/>
            <a:ext cx="2171400" cy="8928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56" name="Google Shape;256;p35"/>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landscape image board">
  <p:cSld name="CUSTOM_1_1_1_1_1_1">
    <p:spTree>
      <p:nvGrpSpPr>
        <p:cNvPr id="1" name="Shape 257"/>
        <p:cNvGrpSpPr/>
        <p:nvPr/>
      </p:nvGrpSpPr>
      <p:grpSpPr>
        <a:xfrm>
          <a:off x="0" y="0"/>
          <a:ext cx="0" cy="0"/>
          <a:chOff x="0" y="0"/>
          <a:chExt cx="0" cy="0"/>
        </a:xfrm>
      </p:grpSpPr>
      <p:sp>
        <p:nvSpPr>
          <p:cNvPr id="258" name="Google Shape;258;p36"/>
          <p:cNvSpPr>
            <a:spLocks noGrp="1"/>
          </p:cNvSpPr>
          <p:nvPr>
            <p:ph type="pic" idx="2"/>
          </p:nvPr>
        </p:nvSpPr>
        <p:spPr>
          <a:xfrm>
            <a:off x="3161800" y="164350"/>
            <a:ext cx="5751300" cy="4304700"/>
          </a:xfrm>
          <a:prstGeom prst="rect">
            <a:avLst/>
          </a:prstGeom>
          <a:noFill/>
          <a:ln>
            <a:noFill/>
          </a:ln>
        </p:spPr>
      </p:sp>
      <p:sp>
        <p:nvSpPr>
          <p:cNvPr id="259" name="Google Shape;259;p3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0" name="Google Shape;260;p36"/>
          <p:cNvSpPr txBox="1">
            <a:spLocks noGrp="1"/>
          </p:cNvSpPr>
          <p:nvPr>
            <p:ph type="subTitle" idx="1"/>
          </p:nvPr>
        </p:nvSpPr>
        <p:spPr>
          <a:xfrm>
            <a:off x="228600" y="3290275"/>
            <a:ext cx="2820300" cy="4293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61" name="Google Shape;261;p36"/>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62" name="Google Shape;262;p36"/>
          <p:cNvSpPr txBox="1">
            <a:spLocks noGrp="1"/>
          </p:cNvSpPr>
          <p:nvPr>
            <p:ph type="body" idx="4"/>
          </p:nvPr>
        </p:nvSpPr>
        <p:spPr>
          <a:xfrm>
            <a:off x="228600" y="3719575"/>
            <a:ext cx="2171400" cy="7494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63" name="Google Shape;263;p36"/>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ustom title, body and image">
  <p:cSld name="CUSTOM_1_1_1_1_1_1_2">
    <p:spTree>
      <p:nvGrpSpPr>
        <p:cNvPr id="1" name="Shape 264"/>
        <p:cNvGrpSpPr/>
        <p:nvPr/>
      </p:nvGrpSpPr>
      <p:grpSpPr>
        <a:xfrm>
          <a:off x="0" y="0"/>
          <a:ext cx="0" cy="0"/>
          <a:chOff x="0" y="0"/>
          <a:chExt cx="0" cy="0"/>
        </a:xfrm>
      </p:grpSpPr>
      <p:sp>
        <p:nvSpPr>
          <p:cNvPr id="265" name="Google Shape;265;p37"/>
          <p:cNvSpPr>
            <a:spLocks noGrp="1"/>
          </p:cNvSpPr>
          <p:nvPr>
            <p:ph type="pic" idx="2"/>
          </p:nvPr>
        </p:nvSpPr>
        <p:spPr>
          <a:xfrm>
            <a:off x="3161800" y="164350"/>
            <a:ext cx="5751300" cy="4304700"/>
          </a:xfrm>
          <a:prstGeom prst="rect">
            <a:avLst/>
          </a:prstGeom>
          <a:noFill/>
          <a:ln>
            <a:noFill/>
          </a:ln>
        </p:spPr>
      </p:sp>
      <p:sp>
        <p:nvSpPr>
          <p:cNvPr id="266" name="Google Shape;266;p3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7" name="Google Shape;267;p37"/>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68" name="Google Shape;268;p37"/>
          <p:cNvSpPr txBox="1">
            <a:spLocks noGrp="1"/>
          </p:cNvSpPr>
          <p:nvPr>
            <p:ph type="body" idx="3"/>
          </p:nvPr>
        </p:nvSpPr>
        <p:spPr>
          <a:xfrm>
            <a:off x="228600" y="3719575"/>
            <a:ext cx="2171400" cy="7494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269" name="Google Shape;269;p37"/>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270" name="Google Shape;270;p37"/>
          <p:cNvSpPr txBox="1">
            <a:spLocks noGrp="1"/>
          </p:cNvSpPr>
          <p:nvPr>
            <p:ph type="title"/>
          </p:nvPr>
        </p:nvSpPr>
        <p:spPr>
          <a:xfrm>
            <a:off x="228600" y="164350"/>
            <a:ext cx="2670300" cy="2873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e column text">
  <p:cSld name="ONE_COLUMN_TEXT_1_1">
    <p:spTree>
      <p:nvGrpSpPr>
        <p:cNvPr id="1" name="Shape 271"/>
        <p:cNvGrpSpPr/>
        <p:nvPr/>
      </p:nvGrpSpPr>
      <p:grpSpPr>
        <a:xfrm>
          <a:off x="0" y="0"/>
          <a:ext cx="0" cy="0"/>
          <a:chOff x="0" y="0"/>
          <a:chExt cx="0" cy="0"/>
        </a:xfrm>
      </p:grpSpPr>
      <p:sp>
        <p:nvSpPr>
          <p:cNvPr id="272" name="Google Shape;272;p3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3" name="Google Shape;273;p3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4" name="Google Shape;27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275"/>
        <p:cNvGrpSpPr/>
        <p:nvPr/>
      </p:nvGrpSpPr>
      <p:grpSpPr>
        <a:xfrm>
          <a:off x="0" y="0"/>
          <a:ext cx="0" cy="0"/>
          <a:chOff x="0" y="0"/>
          <a:chExt cx="0" cy="0"/>
        </a:xfrm>
      </p:grpSpPr>
      <p:sp>
        <p:nvSpPr>
          <p:cNvPr id="276" name="Google Shape;276;p3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78" name="Google Shape;278;p3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ctr"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79" name="Google Shape;279;p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285750">
              <a:spcBef>
                <a:spcPts val="0"/>
              </a:spcBef>
              <a:spcAft>
                <a:spcPts val="0"/>
              </a:spcAft>
              <a:buClr>
                <a:schemeClr val="lt1"/>
              </a:buClr>
              <a:buSzPts val="900"/>
              <a:buChar char="●"/>
              <a:defRPr>
                <a:solidFill>
                  <a:schemeClr val="lt1"/>
                </a:solidFill>
              </a:defRPr>
            </a:lvl1pPr>
            <a:lvl2pPr marL="914400" lvl="1" indent="-285750">
              <a:spcBef>
                <a:spcPts val="0"/>
              </a:spcBef>
              <a:spcAft>
                <a:spcPts val="0"/>
              </a:spcAft>
              <a:buClr>
                <a:schemeClr val="lt1"/>
              </a:buClr>
              <a:buSzPts val="900"/>
              <a:buChar char="○"/>
              <a:defRPr>
                <a:solidFill>
                  <a:schemeClr val="lt1"/>
                </a:solidFill>
              </a:defRPr>
            </a:lvl2pPr>
            <a:lvl3pPr marL="1371600" lvl="2" indent="-285750">
              <a:spcBef>
                <a:spcPts val="0"/>
              </a:spcBef>
              <a:spcAft>
                <a:spcPts val="0"/>
              </a:spcAft>
              <a:buClr>
                <a:schemeClr val="lt1"/>
              </a:buClr>
              <a:buSzPts val="900"/>
              <a:buChar char="■"/>
              <a:defRPr>
                <a:solidFill>
                  <a:schemeClr val="lt1"/>
                </a:solidFill>
              </a:defRPr>
            </a:lvl3pPr>
            <a:lvl4pPr marL="1828800" lvl="3" indent="-285750">
              <a:spcBef>
                <a:spcPts val="0"/>
              </a:spcBef>
              <a:spcAft>
                <a:spcPts val="0"/>
              </a:spcAft>
              <a:buClr>
                <a:schemeClr val="lt1"/>
              </a:buClr>
              <a:buSzPts val="900"/>
              <a:buChar char="●"/>
              <a:defRPr>
                <a:solidFill>
                  <a:schemeClr val="lt1"/>
                </a:solidFill>
              </a:defRPr>
            </a:lvl4pPr>
            <a:lvl5pPr marL="2286000" lvl="4" indent="-285750">
              <a:spcBef>
                <a:spcPts val="0"/>
              </a:spcBef>
              <a:spcAft>
                <a:spcPts val="0"/>
              </a:spcAft>
              <a:buClr>
                <a:schemeClr val="lt1"/>
              </a:buClr>
              <a:buSzPts val="900"/>
              <a:buChar char="○"/>
              <a:defRPr>
                <a:solidFill>
                  <a:schemeClr val="lt1"/>
                </a:solidFill>
              </a:defRPr>
            </a:lvl5pPr>
            <a:lvl6pPr marL="2743200" lvl="5" indent="-285750">
              <a:spcBef>
                <a:spcPts val="0"/>
              </a:spcBef>
              <a:spcAft>
                <a:spcPts val="0"/>
              </a:spcAft>
              <a:buClr>
                <a:schemeClr val="lt1"/>
              </a:buClr>
              <a:buSzPts val="900"/>
              <a:buChar char="■"/>
              <a:defRPr>
                <a:solidFill>
                  <a:schemeClr val="lt1"/>
                </a:solidFill>
              </a:defRPr>
            </a:lvl6pPr>
            <a:lvl7pPr marL="3200400" lvl="6" indent="-285750">
              <a:spcBef>
                <a:spcPts val="0"/>
              </a:spcBef>
              <a:spcAft>
                <a:spcPts val="0"/>
              </a:spcAft>
              <a:buClr>
                <a:schemeClr val="lt1"/>
              </a:buClr>
              <a:buSzPts val="900"/>
              <a:buChar char="●"/>
              <a:defRPr>
                <a:solidFill>
                  <a:schemeClr val="lt1"/>
                </a:solidFill>
              </a:defRPr>
            </a:lvl7pPr>
            <a:lvl8pPr marL="3657600" lvl="7" indent="-285750">
              <a:spcBef>
                <a:spcPts val="0"/>
              </a:spcBef>
              <a:spcAft>
                <a:spcPts val="0"/>
              </a:spcAft>
              <a:buClr>
                <a:schemeClr val="lt1"/>
              </a:buClr>
              <a:buSzPts val="900"/>
              <a:buChar char="○"/>
              <a:defRPr>
                <a:solidFill>
                  <a:schemeClr val="lt1"/>
                </a:solidFill>
              </a:defRPr>
            </a:lvl8pPr>
            <a:lvl9pPr marL="4114800" lvl="8" indent="-285750">
              <a:spcBef>
                <a:spcPts val="0"/>
              </a:spcBef>
              <a:spcAft>
                <a:spcPts val="0"/>
              </a:spcAft>
              <a:buClr>
                <a:schemeClr val="lt1"/>
              </a:buClr>
              <a:buSzPts val="900"/>
              <a:buChar char="■"/>
              <a:defRPr>
                <a:solidFill>
                  <a:schemeClr val="lt1"/>
                </a:solidFill>
              </a:defRPr>
            </a:lvl9pPr>
          </a:lstStyle>
          <a:p>
            <a:endParaRPr/>
          </a:p>
        </p:txBody>
      </p:sp>
      <p:sp>
        <p:nvSpPr>
          <p:cNvPr id="280" name="Google Shape;28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body and image">
  <p:cSld name="CUSTOM_8_1_2">
    <p:spTree>
      <p:nvGrpSpPr>
        <p:cNvPr id="1" name="Shape 281"/>
        <p:cNvGrpSpPr/>
        <p:nvPr/>
      </p:nvGrpSpPr>
      <p:grpSpPr>
        <a:xfrm>
          <a:off x="0" y="0"/>
          <a:ext cx="0" cy="0"/>
          <a:chOff x="0" y="0"/>
          <a:chExt cx="0" cy="0"/>
        </a:xfrm>
      </p:grpSpPr>
      <p:sp>
        <p:nvSpPr>
          <p:cNvPr id="282" name="Google Shape;282;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3" name="Google Shape;283;p40"/>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84" name="Google Shape;284;p40"/>
          <p:cNvSpPr>
            <a:spLocks noGrp="1"/>
          </p:cNvSpPr>
          <p:nvPr>
            <p:ph type="pic" idx="2"/>
          </p:nvPr>
        </p:nvSpPr>
        <p:spPr>
          <a:xfrm>
            <a:off x="4992024" y="1152775"/>
            <a:ext cx="3840300" cy="3416400"/>
          </a:xfrm>
          <a:prstGeom prst="rect">
            <a:avLst/>
          </a:prstGeom>
          <a:noFill/>
          <a:ln>
            <a:noFill/>
          </a:ln>
        </p:spPr>
      </p:sp>
      <p:sp>
        <p:nvSpPr>
          <p:cNvPr id="285" name="Google Shape;285;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storyboards">
  <p:cSld name="CUSTOM_11">
    <p:spTree>
      <p:nvGrpSpPr>
        <p:cNvPr id="1" name="Shape 286"/>
        <p:cNvGrpSpPr/>
        <p:nvPr/>
      </p:nvGrpSpPr>
      <p:grpSpPr>
        <a:xfrm>
          <a:off x="0" y="0"/>
          <a:ext cx="0" cy="0"/>
          <a:chOff x="0" y="0"/>
          <a:chExt cx="0" cy="0"/>
        </a:xfrm>
      </p:grpSpPr>
      <p:sp>
        <p:nvSpPr>
          <p:cNvPr id="287" name="Google Shape;287;p41"/>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88" name="Google Shape;288;p41"/>
          <p:cNvSpPr>
            <a:spLocks noGrp="1"/>
          </p:cNvSpPr>
          <p:nvPr>
            <p:ph type="pic" idx="2"/>
          </p:nvPr>
        </p:nvSpPr>
        <p:spPr>
          <a:xfrm>
            <a:off x="4633050" y="1196050"/>
            <a:ext cx="4282500" cy="1761000"/>
          </a:xfrm>
          <a:prstGeom prst="rect">
            <a:avLst/>
          </a:prstGeom>
          <a:noFill/>
          <a:ln>
            <a:noFill/>
          </a:ln>
        </p:spPr>
      </p:sp>
      <p:sp>
        <p:nvSpPr>
          <p:cNvPr id="289" name="Google Shape;289;p41"/>
          <p:cNvSpPr>
            <a:spLocks noGrp="1"/>
          </p:cNvSpPr>
          <p:nvPr>
            <p:ph type="pic" idx="3"/>
          </p:nvPr>
        </p:nvSpPr>
        <p:spPr>
          <a:xfrm>
            <a:off x="228600" y="1196050"/>
            <a:ext cx="4282500" cy="1761000"/>
          </a:xfrm>
          <a:prstGeom prst="rect">
            <a:avLst/>
          </a:prstGeom>
          <a:noFill/>
          <a:ln>
            <a:noFill/>
          </a:ln>
        </p:spPr>
      </p:sp>
      <p:cxnSp>
        <p:nvCxnSpPr>
          <p:cNvPr id="290" name="Google Shape;290;p41"/>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291" name="Google Shape;291;p41"/>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2" name="Google Shape;292;p41"/>
          <p:cNvSpPr txBox="1">
            <a:spLocks noGrp="1"/>
          </p:cNvSpPr>
          <p:nvPr>
            <p:ph type="body" idx="1"/>
          </p:nvPr>
        </p:nvSpPr>
        <p:spPr>
          <a:xfrm>
            <a:off x="229450" y="3455950"/>
            <a:ext cx="4061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93" name="Google Shape;293;p41"/>
          <p:cNvSpPr txBox="1">
            <a:spLocks noGrp="1"/>
          </p:cNvSpPr>
          <p:nvPr>
            <p:ph type="subTitle" idx="4"/>
          </p:nvPr>
        </p:nvSpPr>
        <p:spPr>
          <a:xfrm>
            <a:off x="229450" y="3127850"/>
            <a:ext cx="4061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294" name="Google Shape;294;p41"/>
          <p:cNvSpPr txBox="1">
            <a:spLocks noGrp="1"/>
          </p:cNvSpPr>
          <p:nvPr>
            <p:ph type="body" idx="5"/>
          </p:nvPr>
        </p:nvSpPr>
        <p:spPr>
          <a:xfrm>
            <a:off x="4633050" y="3455950"/>
            <a:ext cx="4061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295" name="Google Shape;295;p41"/>
          <p:cNvSpPr txBox="1">
            <a:spLocks noGrp="1"/>
          </p:cNvSpPr>
          <p:nvPr>
            <p:ph type="subTitle" idx="6"/>
          </p:nvPr>
        </p:nvSpPr>
        <p:spPr>
          <a:xfrm>
            <a:off x="4633050" y="3127850"/>
            <a:ext cx="4061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storyboards">
  <p:cSld name="CUSTOM_11_1">
    <p:spTree>
      <p:nvGrpSpPr>
        <p:cNvPr id="1" name="Shape 296"/>
        <p:cNvGrpSpPr/>
        <p:nvPr/>
      </p:nvGrpSpPr>
      <p:grpSpPr>
        <a:xfrm>
          <a:off x="0" y="0"/>
          <a:ext cx="0" cy="0"/>
          <a:chOff x="0" y="0"/>
          <a:chExt cx="0" cy="0"/>
        </a:xfrm>
      </p:grpSpPr>
      <p:sp>
        <p:nvSpPr>
          <p:cNvPr id="297" name="Google Shape;297;p4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98" name="Google Shape;298;p42"/>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42"/>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0" name="Google Shape;300;p42"/>
          <p:cNvSpPr>
            <a:spLocks noGrp="1"/>
          </p:cNvSpPr>
          <p:nvPr>
            <p:ph type="pic" idx="2"/>
          </p:nvPr>
        </p:nvSpPr>
        <p:spPr>
          <a:xfrm>
            <a:off x="228600" y="1196050"/>
            <a:ext cx="2820300" cy="1761000"/>
          </a:xfrm>
          <a:prstGeom prst="rect">
            <a:avLst/>
          </a:prstGeom>
          <a:noFill/>
          <a:ln>
            <a:noFill/>
          </a:ln>
        </p:spPr>
      </p:sp>
      <p:sp>
        <p:nvSpPr>
          <p:cNvPr id="301" name="Google Shape;301;p42"/>
          <p:cNvSpPr>
            <a:spLocks noGrp="1"/>
          </p:cNvSpPr>
          <p:nvPr>
            <p:ph type="pic" idx="3"/>
          </p:nvPr>
        </p:nvSpPr>
        <p:spPr>
          <a:xfrm>
            <a:off x="3161800" y="1196050"/>
            <a:ext cx="2820300" cy="1761000"/>
          </a:xfrm>
          <a:prstGeom prst="rect">
            <a:avLst/>
          </a:prstGeom>
          <a:noFill/>
          <a:ln>
            <a:noFill/>
          </a:ln>
        </p:spPr>
      </p:sp>
      <p:sp>
        <p:nvSpPr>
          <p:cNvPr id="302" name="Google Shape;302;p42"/>
          <p:cNvSpPr>
            <a:spLocks noGrp="1"/>
          </p:cNvSpPr>
          <p:nvPr>
            <p:ph type="pic" idx="4"/>
          </p:nvPr>
        </p:nvSpPr>
        <p:spPr>
          <a:xfrm>
            <a:off x="6095000" y="1196050"/>
            <a:ext cx="2820300" cy="1761000"/>
          </a:xfrm>
          <a:prstGeom prst="rect">
            <a:avLst/>
          </a:prstGeom>
          <a:noFill/>
          <a:ln>
            <a:noFill/>
          </a:ln>
        </p:spPr>
      </p:sp>
      <p:sp>
        <p:nvSpPr>
          <p:cNvPr id="303" name="Google Shape;303;p42"/>
          <p:cNvSpPr txBox="1">
            <a:spLocks noGrp="1"/>
          </p:cNvSpPr>
          <p:nvPr>
            <p:ph type="body" idx="1"/>
          </p:nvPr>
        </p:nvSpPr>
        <p:spPr>
          <a:xfrm>
            <a:off x="22945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304" name="Google Shape;304;p42"/>
          <p:cNvSpPr txBox="1">
            <a:spLocks noGrp="1"/>
          </p:cNvSpPr>
          <p:nvPr>
            <p:ph type="subTitle" idx="5"/>
          </p:nvPr>
        </p:nvSpPr>
        <p:spPr>
          <a:xfrm>
            <a:off x="22945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305" name="Google Shape;305;p42"/>
          <p:cNvSpPr txBox="1">
            <a:spLocks noGrp="1"/>
          </p:cNvSpPr>
          <p:nvPr>
            <p:ph type="body" idx="6"/>
          </p:nvPr>
        </p:nvSpPr>
        <p:spPr>
          <a:xfrm>
            <a:off x="315580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306" name="Google Shape;306;p42"/>
          <p:cNvSpPr txBox="1">
            <a:spLocks noGrp="1"/>
          </p:cNvSpPr>
          <p:nvPr>
            <p:ph type="subTitle" idx="7"/>
          </p:nvPr>
        </p:nvSpPr>
        <p:spPr>
          <a:xfrm>
            <a:off x="315580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
        <p:nvSpPr>
          <p:cNvPr id="307" name="Google Shape;307;p42"/>
          <p:cNvSpPr txBox="1">
            <a:spLocks noGrp="1"/>
          </p:cNvSpPr>
          <p:nvPr>
            <p:ph type="body" idx="8"/>
          </p:nvPr>
        </p:nvSpPr>
        <p:spPr>
          <a:xfrm>
            <a:off x="6082150" y="3455951"/>
            <a:ext cx="2834100" cy="1054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
        <p:nvSpPr>
          <p:cNvPr id="308" name="Google Shape;308;p42"/>
          <p:cNvSpPr txBox="1">
            <a:spLocks noGrp="1"/>
          </p:cNvSpPr>
          <p:nvPr>
            <p:ph type="subTitle" idx="9"/>
          </p:nvPr>
        </p:nvSpPr>
        <p:spPr>
          <a:xfrm>
            <a:off x="6082150" y="3127850"/>
            <a:ext cx="2834100" cy="324300"/>
          </a:xfrm>
          <a:prstGeom prst="rect">
            <a:avLst/>
          </a:prstGeom>
        </p:spPr>
        <p:txBody>
          <a:bodyPr spcFirstLastPara="1" wrap="square" lIns="91425" tIns="91425" rIns="91425" bIns="91425" anchor="t" anchorCtr="0">
            <a:noAutofit/>
          </a:bodyPr>
          <a:lstStyle>
            <a:lvl1pPr lvl="0">
              <a:spcBef>
                <a:spcPts val="0"/>
              </a:spcBef>
              <a:spcAft>
                <a:spcPts val="0"/>
              </a:spcAft>
              <a:buSzPts val="900"/>
              <a:buNone/>
              <a:defRPr sz="900" b="1"/>
            </a:lvl1pPr>
            <a:lvl2pPr lvl="1">
              <a:spcBef>
                <a:spcPts val="0"/>
              </a:spcBef>
              <a:spcAft>
                <a:spcPts val="0"/>
              </a:spcAft>
              <a:buSzPts val="900"/>
              <a:buNone/>
              <a:defRPr sz="900" b="1"/>
            </a:lvl2pPr>
            <a:lvl3pPr lvl="2">
              <a:spcBef>
                <a:spcPts val="0"/>
              </a:spcBef>
              <a:spcAft>
                <a:spcPts val="0"/>
              </a:spcAft>
              <a:buSzPts val="900"/>
              <a:buNone/>
              <a:defRPr sz="900" b="1"/>
            </a:lvl3pPr>
            <a:lvl4pPr lvl="3">
              <a:spcBef>
                <a:spcPts val="0"/>
              </a:spcBef>
              <a:spcAft>
                <a:spcPts val="0"/>
              </a:spcAft>
              <a:buSzPts val="900"/>
              <a:buNone/>
              <a:defRPr sz="900" b="1"/>
            </a:lvl4pPr>
            <a:lvl5pPr lvl="4">
              <a:spcBef>
                <a:spcPts val="0"/>
              </a:spcBef>
              <a:spcAft>
                <a:spcPts val="0"/>
              </a:spcAft>
              <a:buSzPts val="900"/>
              <a:buNone/>
              <a:defRPr sz="900" b="1"/>
            </a:lvl5pPr>
            <a:lvl6pPr lvl="5">
              <a:spcBef>
                <a:spcPts val="0"/>
              </a:spcBef>
              <a:spcAft>
                <a:spcPts val="0"/>
              </a:spcAft>
              <a:buSzPts val="900"/>
              <a:buNone/>
              <a:defRPr sz="900" b="1"/>
            </a:lvl6pPr>
            <a:lvl7pPr lvl="6">
              <a:spcBef>
                <a:spcPts val="0"/>
              </a:spcBef>
              <a:spcAft>
                <a:spcPts val="0"/>
              </a:spcAft>
              <a:buSzPts val="900"/>
              <a:buNone/>
              <a:defRPr sz="900" b="1"/>
            </a:lvl7pPr>
            <a:lvl8pPr lvl="7">
              <a:spcBef>
                <a:spcPts val="0"/>
              </a:spcBef>
              <a:spcAft>
                <a:spcPts val="0"/>
              </a:spcAft>
              <a:buSzPts val="900"/>
              <a:buNone/>
              <a:defRPr sz="900" b="1"/>
            </a:lvl8pPr>
            <a:lvl9pPr lvl="8">
              <a:spcBef>
                <a:spcPts val="0"/>
              </a:spcBef>
              <a:spcAft>
                <a:spcPts val="0"/>
              </a:spcAft>
              <a:buSzPts val="900"/>
              <a:buNone/>
              <a:defRPr sz="900" b="1"/>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 only with footer">
  <p:cSld name="CUSTOM_1_1_1_1_1_1_1">
    <p:spTree>
      <p:nvGrpSpPr>
        <p:cNvPr id="1" name="Shape 309"/>
        <p:cNvGrpSpPr/>
        <p:nvPr/>
      </p:nvGrpSpPr>
      <p:grpSpPr>
        <a:xfrm>
          <a:off x="0" y="0"/>
          <a:ext cx="0" cy="0"/>
          <a:chOff x="0" y="0"/>
          <a:chExt cx="0" cy="0"/>
        </a:xfrm>
      </p:grpSpPr>
      <p:sp>
        <p:nvSpPr>
          <p:cNvPr id="310" name="Google Shape;310;p43"/>
          <p:cNvSpPr>
            <a:spLocks noGrp="1"/>
          </p:cNvSpPr>
          <p:nvPr>
            <p:ph type="pic" idx="2"/>
          </p:nvPr>
        </p:nvSpPr>
        <p:spPr>
          <a:xfrm>
            <a:off x="228600" y="164350"/>
            <a:ext cx="8684400" cy="4304700"/>
          </a:xfrm>
          <a:prstGeom prst="rect">
            <a:avLst/>
          </a:prstGeom>
          <a:noFill/>
          <a:ln>
            <a:noFill/>
          </a:ln>
        </p:spPr>
      </p:sp>
      <p:sp>
        <p:nvSpPr>
          <p:cNvPr id="311" name="Google Shape;311;p4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2" name="Google Shape;312;p43"/>
          <p:cNvSpPr txBox="1">
            <a:spLocks noGrp="1"/>
          </p:cNvSpPr>
          <p:nvPr>
            <p:ph type="body" idx="1"/>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313" name="Google Shape;313;p4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only">
  <p:cSld name="CUSTOM_1_1_1_1_1_1_1_1">
    <p:spTree>
      <p:nvGrpSpPr>
        <p:cNvPr id="1" name="Shape 314"/>
        <p:cNvGrpSpPr/>
        <p:nvPr/>
      </p:nvGrpSpPr>
      <p:grpSpPr>
        <a:xfrm>
          <a:off x="0" y="0"/>
          <a:ext cx="0" cy="0"/>
          <a:chOff x="0" y="0"/>
          <a:chExt cx="0" cy="0"/>
        </a:xfrm>
      </p:grpSpPr>
      <p:sp>
        <p:nvSpPr>
          <p:cNvPr id="315" name="Google Shape;315;p44"/>
          <p:cNvSpPr>
            <a:spLocks noGrp="1"/>
          </p:cNvSpPr>
          <p:nvPr>
            <p:ph type="pic" idx="2"/>
          </p:nvPr>
        </p:nvSpPr>
        <p:spPr>
          <a:xfrm>
            <a:off x="228600" y="164350"/>
            <a:ext cx="8684400" cy="4304700"/>
          </a:xfrm>
          <a:prstGeom prst="rect">
            <a:avLst/>
          </a:prstGeom>
          <a:noFill/>
          <a:ln>
            <a:noFill/>
          </a:ln>
        </p:spPr>
      </p:sp>
      <p:sp>
        <p:nvSpPr>
          <p:cNvPr id="316" name="Google Shape;316;p44"/>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17" name="Google Shape;317;p44"/>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Image grid">
  <p:cSld name="CUSTOM_1_1_1_1_1_1_1_1_1">
    <p:spTree>
      <p:nvGrpSpPr>
        <p:cNvPr id="1" name="Shape 318"/>
        <p:cNvGrpSpPr/>
        <p:nvPr/>
      </p:nvGrpSpPr>
      <p:grpSpPr>
        <a:xfrm>
          <a:off x="0" y="0"/>
          <a:ext cx="0" cy="0"/>
          <a:chOff x="0" y="0"/>
          <a:chExt cx="0" cy="0"/>
        </a:xfrm>
      </p:grpSpPr>
      <p:sp>
        <p:nvSpPr>
          <p:cNvPr id="319" name="Google Shape;319;p45"/>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20" name="Google Shape;320;p45"/>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321" name="Google Shape;321;p45"/>
          <p:cNvSpPr txBox="1">
            <a:spLocks noGrp="1"/>
          </p:cNvSpPr>
          <p:nvPr>
            <p:ph type="title"/>
          </p:nvPr>
        </p:nvSpPr>
        <p:spPr>
          <a:xfrm>
            <a:off x="229450" y="164350"/>
            <a:ext cx="8686800" cy="874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2" name="Google Shape;322;p45"/>
          <p:cNvSpPr>
            <a:spLocks noGrp="1"/>
          </p:cNvSpPr>
          <p:nvPr>
            <p:ph type="pic" idx="2"/>
          </p:nvPr>
        </p:nvSpPr>
        <p:spPr>
          <a:xfrm>
            <a:off x="228600" y="2598025"/>
            <a:ext cx="2024400" cy="1871100"/>
          </a:xfrm>
          <a:prstGeom prst="rect">
            <a:avLst/>
          </a:prstGeom>
          <a:noFill/>
          <a:ln>
            <a:noFill/>
          </a:ln>
        </p:spPr>
      </p:sp>
      <p:sp>
        <p:nvSpPr>
          <p:cNvPr id="323" name="Google Shape;323;p45"/>
          <p:cNvSpPr>
            <a:spLocks noGrp="1"/>
          </p:cNvSpPr>
          <p:nvPr>
            <p:ph type="pic" idx="3"/>
          </p:nvPr>
        </p:nvSpPr>
        <p:spPr>
          <a:xfrm>
            <a:off x="3864875" y="2598025"/>
            <a:ext cx="3561900" cy="1871100"/>
          </a:xfrm>
          <a:prstGeom prst="rect">
            <a:avLst/>
          </a:prstGeom>
          <a:noFill/>
          <a:ln>
            <a:noFill/>
          </a:ln>
        </p:spPr>
      </p:sp>
      <p:sp>
        <p:nvSpPr>
          <p:cNvPr id="324" name="Google Shape;324;p45"/>
          <p:cNvSpPr>
            <a:spLocks noGrp="1"/>
          </p:cNvSpPr>
          <p:nvPr>
            <p:ph type="pic" idx="4"/>
          </p:nvPr>
        </p:nvSpPr>
        <p:spPr>
          <a:xfrm>
            <a:off x="7547700" y="2598025"/>
            <a:ext cx="1367700" cy="1871100"/>
          </a:xfrm>
          <a:prstGeom prst="rect">
            <a:avLst/>
          </a:prstGeom>
          <a:noFill/>
          <a:ln>
            <a:noFill/>
          </a:ln>
        </p:spPr>
      </p:sp>
      <p:sp>
        <p:nvSpPr>
          <p:cNvPr id="325" name="Google Shape;325;p45"/>
          <p:cNvSpPr>
            <a:spLocks noGrp="1"/>
          </p:cNvSpPr>
          <p:nvPr>
            <p:ph type="pic" idx="5"/>
          </p:nvPr>
        </p:nvSpPr>
        <p:spPr>
          <a:xfrm>
            <a:off x="2375088" y="2598025"/>
            <a:ext cx="1367700" cy="1871100"/>
          </a:xfrm>
          <a:prstGeom prst="rect">
            <a:avLst/>
          </a:prstGeom>
          <a:noFill/>
          <a:ln>
            <a:noFill/>
          </a:ln>
        </p:spPr>
      </p:sp>
      <p:sp>
        <p:nvSpPr>
          <p:cNvPr id="326" name="Google Shape;326;p45"/>
          <p:cNvSpPr>
            <a:spLocks noGrp="1"/>
          </p:cNvSpPr>
          <p:nvPr>
            <p:ph type="pic" idx="6"/>
          </p:nvPr>
        </p:nvSpPr>
        <p:spPr>
          <a:xfrm>
            <a:off x="228600" y="1038850"/>
            <a:ext cx="1003500" cy="1453500"/>
          </a:xfrm>
          <a:prstGeom prst="rect">
            <a:avLst/>
          </a:prstGeom>
          <a:noFill/>
          <a:ln>
            <a:noFill/>
          </a:ln>
        </p:spPr>
      </p:sp>
      <p:sp>
        <p:nvSpPr>
          <p:cNvPr id="327" name="Google Shape;327;p45"/>
          <p:cNvSpPr>
            <a:spLocks noGrp="1"/>
          </p:cNvSpPr>
          <p:nvPr>
            <p:ph type="pic" idx="7"/>
          </p:nvPr>
        </p:nvSpPr>
        <p:spPr>
          <a:xfrm>
            <a:off x="6745975" y="1038850"/>
            <a:ext cx="2169600" cy="1453500"/>
          </a:xfrm>
          <a:prstGeom prst="rect">
            <a:avLst/>
          </a:prstGeom>
          <a:noFill/>
          <a:ln>
            <a:noFill/>
          </a:ln>
        </p:spPr>
      </p:sp>
      <p:sp>
        <p:nvSpPr>
          <p:cNvPr id="328" name="Google Shape;328;p45"/>
          <p:cNvSpPr>
            <a:spLocks noGrp="1"/>
          </p:cNvSpPr>
          <p:nvPr>
            <p:ph type="pic" idx="8"/>
          </p:nvPr>
        </p:nvSpPr>
        <p:spPr>
          <a:xfrm>
            <a:off x="1354150" y="1038850"/>
            <a:ext cx="1502400" cy="1453500"/>
          </a:xfrm>
          <a:prstGeom prst="rect">
            <a:avLst/>
          </a:prstGeom>
          <a:noFill/>
          <a:ln>
            <a:noFill/>
          </a:ln>
        </p:spPr>
      </p:sp>
      <p:sp>
        <p:nvSpPr>
          <p:cNvPr id="329" name="Google Shape;329;p45"/>
          <p:cNvSpPr>
            <a:spLocks noGrp="1"/>
          </p:cNvSpPr>
          <p:nvPr>
            <p:ph type="pic" idx="9"/>
          </p:nvPr>
        </p:nvSpPr>
        <p:spPr>
          <a:xfrm>
            <a:off x="2981410" y="1038850"/>
            <a:ext cx="2196300" cy="1453500"/>
          </a:xfrm>
          <a:prstGeom prst="rect">
            <a:avLst/>
          </a:prstGeom>
          <a:noFill/>
          <a:ln>
            <a:noFill/>
          </a:ln>
        </p:spPr>
      </p:sp>
      <p:sp>
        <p:nvSpPr>
          <p:cNvPr id="330" name="Google Shape;330;p45"/>
          <p:cNvSpPr>
            <a:spLocks noGrp="1"/>
          </p:cNvSpPr>
          <p:nvPr>
            <p:ph type="pic" idx="13"/>
          </p:nvPr>
        </p:nvSpPr>
        <p:spPr>
          <a:xfrm>
            <a:off x="5311004" y="1038850"/>
            <a:ext cx="1301700" cy="14535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ubtitle and image">
  <p:cSld name="CUSTOM_2">
    <p:spTree>
      <p:nvGrpSpPr>
        <p:cNvPr id="1" name="Shape 331"/>
        <p:cNvGrpSpPr/>
        <p:nvPr/>
      </p:nvGrpSpPr>
      <p:grpSpPr>
        <a:xfrm>
          <a:off x="0" y="0"/>
          <a:ext cx="0" cy="0"/>
          <a:chOff x="0" y="0"/>
          <a:chExt cx="0" cy="0"/>
        </a:xfrm>
      </p:grpSpPr>
      <p:sp>
        <p:nvSpPr>
          <p:cNvPr id="332" name="Google Shape;332;p4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46"/>
          <p:cNvSpPr>
            <a:spLocks noGrp="1"/>
          </p:cNvSpPr>
          <p:nvPr>
            <p:ph type="pic" idx="2"/>
          </p:nvPr>
        </p:nvSpPr>
        <p:spPr>
          <a:xfrm>
            <a:off x="228600" y="164350"/>
            <a:ext cx="5751300" cy="4304700"/>
          </a:xfrm>
          <a:prstGeom prst="rect">
            <a:avLst/>
          </a:prstGeom>
          <a:noFill/>
          <a:ln>
            <a:noFill/>
          </a:ln>
        </p:spPr>
      </p:sp>
      <p:sp>
        <p:nvSpPr>
          <p:cNvPr id="334" name="Google Shape;334;p46"/>
          <p:cNvSpPr txBox="1">
            <a:spLocks noGrp="1"/>
          </p:cNvSpPr>
          <p:nvPr>
            <p:ph type="title"/>
          </p:nvPr>
        </p:nvSpPr>
        <p:spPr>
          <a:xfrm>
            <a:off x="6095100" y="321875"/>
            <a:ext cx="2820300" cy="1520700"/>
          </a:xfrm>
          <a:prstGeom prst="rect">
            <a:avLst/>
          </a:prstGeom>
        </p:spPr>
        <p:txBody>
          <a:bodyPr spcFirstLastPara="1" wrap="square" lIns="91425" tIns="91425" rIns="91425" bIns="91425" anchor="t" anchorCtr="0">
            <a:noAutofit/>
          </a:bodyPr>
          <a:lstStyle>
            <a:lvl1pPr lvl="0">
              <a:spcBef>
                <a:spcPts val="0"/>
              </a:spcBef>
              <a:spcAft>
                <a:spcPts val="0"/>
              </a:spcAft>
              <a:buSzPts val="4500"/>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5" name="Google Shape;335;p46"/>
          <p:cNvSpPr txBox="1">
            <a:spLocks noGrp="1"/>
          </p:cNvSpPr>
          <p:nvPr>
            <p:ph type="subTitle" idx="1"/>
          </p:nvPr>
        </p:nvSpPr>
        <p:spPr>
          <a:xfrm>
            <a:off x="6095100" y="1842575"/>
            <a:ext cx="2820300" cy="26265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336" name="Google Shape;336;p46"/>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cxnSp>
        <p:nvCxnSpPr>
          <p:cNvPr id="337" name="Google Shape;337;p46"/>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CUSTOM_2_1">
    <p:spTree>
      <p:nvGrpSpPr>
        <p:cNvPr id="1" name="Shape 338"/>
        <p:cNvGrpSpPr/>
        <p:nvPr/>
      </p:nvGrpSpPr>
      <p:grpSpPr>
        <a:xfrm>
          <a:off x="0" y="0"/>
          <a:ext cx="0" cy="0"/>
          <a:chOff x="0" y="0"/>
          <a:chExt cx="0" cy="0"/>
        </a:xfrm>
      </p:grpSpPr>
      <p:sp>
        <p:nvSpPr>
          <p:cNvPr id="339" name="Google Shape;339;p4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40" name="Google Shape;340;p47"/>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341" name="Google Shape;341;p47"/>
          <p:cNvSpPr txBox="1">
            <a:spLocks noGrp="1"/>
          </p:cNvSpPr>
          <p:nvPr>
            <p:ph type="title" hasCustomPrompt="1"/>
          </p:nvPr>
        </p:nvSpPr>
        <p:spPr>
          <a:xfrm>
            <a:off x="225750" y="1212350"/>
            <a:ext cx="8606700" cy="4390800"/>
          </a:xfrm>
          <a:prstGeom prst="rect">
            <a:avLst/>
          </a:prstGeom>
        </p:spPr>
        <p:txBody>
          <a:bodyPr spcFirstLastPara="1" wrap="square" lIns="91425" tIns="91425" rIns="91425" bIns="91425" anchor="b" anchorCtr="0">
            <a:noAutofit/>
          </a:bodyPr>
          <a:lstStyle>
            <a:lvl1pPr lvl="0">
              <a:spcBef>
                <a:spcPts val="0"/>
              </a:spcBef>
              <a:spcAft>
                <a:spcPts val="0"/>
              </a:spcAft>
              <a:buSzPts val="30000"/>
              <a:buNone/>
              <a:defRPr sz="30000"/>
            </a:lvl1pPr>
            <a:lvl2pPr lvl="1" algn="ctr">
              <a:spcBef>
                <a:spcPts val="0"/>
              </a:spcBef>
              <a:spcAft>
                <a:spcPts val="0"/>
              </a:spcAft>
              <a:buSzPts val="30000"/>
              <a:buNone/>
              <a:defRPr sz="30000"/>
            </a:lvl2pPr>
            <a:lvl3pPr lvl="2" algn="ctr">
              <a:spcBef>
                <a:spcPts val="0"/>
              </a:spcBef>
              <a:spcAft>
                <a:spcPts val="0"/>
              </a:spcAft>
              <a:buSzPts val="30000"/>
              <a:buNone/>
              <a:defRPr sz="30000"/>
            </a:lvl3pPr>
            <a:lvl4pPr lvl="3" algn="ctr">
              <a:spcBef>
                <a:spcPts val="0"/>
              </a:spcBef>
              <a:spcAft>
                <a:spcPts val="0"/>
              </a:spcAft>
              <a:buSzPts val="30000"/>
              <a:buNone/>
              <a:defRPr sz="30000"/>
            </a:lvl4pPr>
            <a:lvl5pPr lvl="4" algn="ctr">
              <a:spcBef>
                <a:spcPts val="0"/>
              </a:spcBef>
              <a:spcAft>
                <a:spcPts val="0"/>
              </a:spcAft>
              <a:buSzPts val="30000"/>
              <a:buNone/>
              <a:defRPr sz="30000"/>
            </a:lvl5pPr>
            <a:lvl6pPr lvl="5" algn="ctr">
              <a:spcBef>
                <a:spcPts val="0"/>
              </a:spcBef>
              <a:spcAft>
                <a:spcPts val="0"/>
              </a:spcAft>
              <a:buSzPts val="30000"/>
              <a:buNone/>
              <a:defRPr sz="30000"/>
            </a:lvl6pPr>
            <a:lvl7pPr lvl="6" algn="ctr">
              <a:spcBef>
                <a:spcPts val="0"/>
              </a:spcBef>
              <a:spcAft>
                <a:spcPts val="0"/>
              </a:spcAft>
              <a:buSzPts val="30000"/>
              <a:buNone/>
              <a:defRPr sz="30000"/>
            </a:lvl7pPr>
            <a:lvl8pPr lvl="7" algn="ctr">
              <a:spcBef>
                <a:spcPts val="0"/>
              </a:spcBef>
              <a:spcAft>
                <a:spcPts val="0"/>
              </a:spcAft>
              <a:buSzPts val="30000"/>
              <a:buNone/>
              <a:defRPr sz="30000"/>
            </a:lvl8pPr>
            <a:lvl9pPr lvl="8" algn="ctr">
              <a:spcBef>
                <a:spcPts val="0"/>
              </a:spcBef>
              <a:spcAft>
                <a:spcPts val="0"/>
              </a:spcAft>
              <a:buSzPts val="30000"/>
              <a:buNone/>
              <a:defRPr sz="30000"/>
            </a:lvl9pPr>
          </a:lstStyle>
          <a:p>
            <a:r>
              <a:t>xx%</a:t>
            </a:r>
          </a:p>
        </p:txBody>
      </p:sp>
      <p:cxnSp>
        <p:nvCxnSpPr>
          <p:cNvPr id="342" name="Google Shape;342;p47"/>
          <p:cNvCxnSpPr/>
          <p:nvPr/>
        </p:nvCxnSpPr>
        <p:spPr>
          <a:xfrm rot="10800000" flipH="1">
            <a:off x="225750" y="1212350"/>
            <a:ext cx="8692500" cy="5700"/>
          </a:xfrm>
          <a:prstGeom prst="straightConnector1">
            <a:avLst/>
          </a:prstGeom>
          <a:noFill/>
          <a:ln w="9525" cap="flat" cmpd="sng">
            <a:solidFill>
              <a:schemeClr val="dk1"/>
            </a:solidFill>
            <a:prstDash val="solid"/>
            <a:round/>
            <a:headEnd type="none" w="med" len="med"/>
            <a:tailEnd type="none" w="med" len="med"/>
          </a:ln>
        </p:spPr>
      </p:cxnSp>
      <p:sp>
        <p:nvSpPr>
          <p:cNvPr id="343" name="Google Shape;343;p47"/>
          <p:cNvSpPr txBox="1">
            <a:spLocks noGrp="1"/>
          </p:cNvSpPr>
          <p:nvPr>
            <p:ph type="body" idx="1"/>
          </p:nvPr>
        </p:nvSpPr>
        <p:spPr>
          <a:xfrm>
            <a:off x="228600" y="578150"/>
            <a:ext cx="8692500" cy="6399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Clr>
                <a:schemeClr val="dk1"/>
              </a:buClr>
              <a:buSzPts val="900"/>
              <a:buFont typeface="Gowun Batang"/>
              <a:buChar char="●"/>
              <a:defRPr/>
            </a:lvl1pPr>
            <a:lvl2pPr marL="914400" lvl="1" indent="-285750">
              <a:spcBef>
                <a:spcPts val="0"/>
              </a:spcBef>
              <a:spcAft>
                <a:spcPts val="0"/>
              </a:spcAft>
              <a:buClr>
                <a:schemeClr val="dk1"/>
              </a:buClr>
              <a:buSzPts val="900"/>
              <a:buFont typeface="Gowun Batang"/>
              <a:buChar char="○"/>
              <a:defRPr/>
            </a:lvl2pPr>
            <a:lvl3pPr marL="1371600" lvl="2" indent="-285750">
              <a:spcBef>
                <a:spcPts val="0"/>
              </a:spcBef>
              <a:spcAft>
                <a:spcPts val="0"/>
              </a:spcAft>
              <a:buClr>
                <a:schemeClr val="dk1"/>
              </a:buClr>
              <a:buSzPts val="900"/>
              <a:buFont typeface="Gowun Batang"/>
              <a:buChar char="■"/>
              <a:defRPr/>
            </a:lvl3pPr>
            <a:lvl4pPr marL="1828800" lvl="3" indent="-285750">
              <a:spcBef>
                <a:spcPts val="0"/>
              </a:spcBef>
              <a:spcAft>
                <a:spcPts val="0"/>
              </a:spcAft>
              <a:buClr>
                <a:schemeClr val="dk1"/>
              </a:buClr>
              <a:buSzPts val="900"/>
              <a:buFont typeface="Gowun Batang"/>
              <a:buChar char="●"/>
              <a:defRPr/>
            </a:lvl4pPr>
            <a:lvl5pPr marL="2286000" lvl="4" indent="-285750">
              <a:spcBef>
                <a:spcPts val="0"/>
              </a:spcBef>
              <a:spcAft>
                <a:spcPts val="0"/>
              </a:spcAft>
              <a:buClr>
                <a:schemeClr val="dk1"/>
              </a:buClr>
              <a:buSzPts val="900"/>
              <a:buFont typeface="Gowun Batang"/>
              <a:buChar char="○"/>
              <a:defRPr/>
            </a:lvl5pPr>
            <a:lvl6pPr marL="2743200" lvl="5" indent="-285750">
              <a:spcBef>
                <a:spcPts val="0"/>
              </a:spcBef>
              <a:spcAft>
                <a:spcPts val="0"/>
              </a:spcAft>
              <a:buClr>
                <a:schemeClr val="dk1"/>
              </a:buClr>
              <a:buSzPts val="900"/>
              <a:buFont typeface="Gowun Batang"/>
              <a:buChar char="■"/>
              <a:defRPr/>
            </a:lvl6pPr>
            <a:lvl7pPr marL="3200400" lvl="6" indent="-285750">
              <a:spcBef>
                <a:spcPts val="0"/>
              </a:spcBef>
              <a:spcAft>
                <a:spcPts val="0"/>
              </a:spcAft>
              <a:buClr>
                <a:schemeClr val="dk1"/>
              </a:buClr>
              <a:buSzPts val="900"/>
              <a:buFont typeface="Gowun Batang"/>
              <a:buChar char="●"/>
              <a:defRPr/>
            </a:lvl7pPr>
            <a:lvl8pPr marL="3657600" lvl="7" indent="-285750">
              <a:spcBef>
                <a:spcPts val="0"/>
              </a:spcBef>
              <a:spcAft>
                <a:spcPts val="0"/>
              </a:spcAft>
              <a:buClr>
                <a:schemeClr val="dk1"/>
              </a:buClr>
              <a:buSzPts val="900"/>
              <a:buFont typeface="Gowun Batang"/>
              <a:buChar char="○"/>
              <a:defRPr/>
            </a:lvl8pPr>
            <a:lvl9pPr marL="4114800" lvl="8" indent="-285750">
              <a:spcBef>
                <a:spcPts val="0"/>
              </a:spcBef>
              <a:spcAft>
                <a:spcPts val="0"/>
              </a:spcAft>
              <a:buClr>
                <a:schemeClr val="dk1"/>
              </a:buClr>
              <a:buSzPts val="900"/>
              <a:buFont typeface="Gowun Batang"/>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aption">
  <p:cSld name="CUSTOM_2_1_1">
    <p:spTree>
      <p:nvGrpSpPr>
        <p:cNvPr id="1" name="Shape 344"/>
        <p:cNvGrpSpPr/>
        <p:nvPr/>
      </p:nvGrpSpPr>
      <p:grpSpPr>
        <a:xfrm>
          <a:off x="0" y="0"/>
          <a:ext cx="0" cy="0"/>
          <a:chOff x="0" y="0"/>
          <a:chExt cx="0" cy="0"/>
        </a:xfrm>
      </p:grpSpPr>
      <p:sp>
        <p:nvSpPr>
          <p:cNvPr id="345" name="Google Shape;345;p48"/>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46" name="Google Shape;346;p48"/>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
        <p:nvSpPr>
          <p:cNvPr id="347" name="Google Shape;347;p48"/>
          <p:cNvSpPr txBox="1">
            <a:spLocks noGrp="1"/>
          </p:cNvSpPr>
          <p:nvPr>
            <p:ph type="body" idx="1"/>
          </p:nvPr>
        </p:nvSpPr>
        <p:spPr>
          <a:xfrm>
            <a:off x="228600" y="3719575"/>
            <a:ext cx="3942600" cy="7494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a:lvl1pPr>
            <a:lvl2pPr marL="914400" lvl="1" indent="-285750">
              <a:spcBef>
                <a:spcPts val="0"/>
              </a:spcBef>
              <a:spcAft>
                <a:spcPts val="0"/>
              </a:spcAft>
              <a:buSzPts val="900"/>
              <a:buChar char="○"/>
              <a:defRPr/>
            </a:lvl2pPr>
            <a:lvl3pPr marL="1371600" lvl="2" indent="-285750">
              <a:spcBef>
                <a:spcPts val="0"/>
              </a:spcBef>
              <a:spcAft>
                <a:spcPts val="0"/>
              </a:spcAft>
              <a:buSzPts val="900"/>
              <a:buChar char="■"/>
              <a:defRPr/>
            </a:lvl3pPr>
            <a:lvl4pPr marL="1828800" lvl="3" indent="-285750">
              <a:spcBef>
                <a:spcPts val="0"/>
              </a:spcBef>
              <a:spcAft>
                <a:spcPts val="0"/>
              </a:spcAft>
              <a:buSzPts val="900"/>
              <a:buChar char="●"/>
              <a:defRPr/>
            </a:lvl4pPr>
            <a:lvl5pPr marL="2286000" lvl="4" indent="-285750">
              <a:spcBef>
                <a:spcPts val="0"/>
              </a:spcBef>
              <a:spcAft>
                <a:spcPts val="0"/>
              </a:spcAft>
              <a:buSzPts val="900"/>
              <a:buChar char="○"/>
              <a:defRPr/>
            </a:lvl5pPr>
            <a:lvl6pPr marL="2743200" lvl="5" indent="-285750">
              <a:spcBef>
                <a:spcPts val="0"/>
              </a:spcBef>
              <a:spcAft>
                <a:spcPts val="0"/>
              </a:spcAft>
              <a:buSzPts val="900"/>
              <a:buChar char="■"/>
              <a:defRPr/>
            </a:lvl6pPr>
            <a:lvl7pPr marL="3200400" lvl="6" indent="-285750">
              <a:spcBef>
                <a:spcPts val="0"/>
              </a:spcBef>
              <a:spcAft>
                <a:spcPts val="0"/>
              </a:spcAft>
              <a:buSzPts val="900"/>
              <a:buChar char="●"/>
              <a:defRPr/>
            </a:lvl7pPr>
            <a:lvl8pPr marL="3657600" lvl="7" indent="-285750">
              <a:spcBef>
                <a:spcPts val="0"/>
              </a:spcBef>
              <a:spcAft>
                <a:spcPts val="0"/>
              </a:spcAft>
              <a:buSzPts val="900"/>
              <a:buChar char="○"/>
              <a:defRPr/>
            </a:lvl8pPr>
            <a:lvl9pPr marL="4114800" lvl="8" indent="-285750">
              <a:spcBef>
                <a:spcPts val="0"/>
              </a:spcBef>
              <a:spcAft>
                <a:spcPts val="0"/>
              </a:spcAft>
              <a:buSzPts val="900"/>
              <a:buChar char="■"/>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lank">
  <p:cSld name="CUSTOM_9">
    <p:spTree>
      <p:nvGrpSpPr>
        <p:cNvPr id="1" name="Shape 3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Gowun Batang"/>
              <a:buNone/>
              <a:defRPr sz="3600">
                <a:solidFill>
                  <a:schemeClr val="dk1"/>
                </a:solidFill>
                <a:latin typeface="Gowun Batang"/>
                <a:ea typeface="Gowun Batang"/>
                <a:cs typeface="Gowun Batang"/>
                <a:sym typeface="Gowun Batang"/>
              </a:defRPr>
            </a:lvl1pPr>
            <a:lvl2pPr lvl="1">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2pPr>
            <a:lvl3pPr lvl="2">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3pPr>
            <a:lvl4pPr lvl="3">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4pPr>
            <a:lvl5pPr lvl="4">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5pPr>
            <a:lvl6pPr lvl="5">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6pPr>
            <a:lvl7pPr lvl="6">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7pPr>
            <a:lvl8pPr lvl="7">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8pPr>
            <a:lvl9pPr lvl="8">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9pPr>
          </a:lstStyle>
          <a:p>
            <a:endParaRPr/>
          </a:p>
        </p:txBody>
      </p:sp>
      <p:sp>
        <p:nvSpPr>
          <p:cNvPr id="7" name="Google Shape;7;p1"/>
          <p:cNvSpPr txBox="1">
            <a:spLocks noGrp="1"/>
          </p:cNvSpPr>
          <p:nvPr>
            <p:ph type="body" idx="1"/>
          </p:nvPr>
        </p:nvSpPr>
        <p:spPr>
          <a:xfrm>
            <a:off x="311700" y="2947825"/>
            <a:ext cx="8520600" cy="1620900"/>
          </a:xfrm>
          <a:prstGeom prst="rect">
            <a:avLst/>
          </a:prstGeom>
          <a:noFill/>
          <a:ln>
            <a:noFill/>
          </a:ln>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1pPr>
            <a:lvl2pPr marL="914400" lvl="1"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2pPr>
            <a:lvl3pPr marL="1371600" lvl="2"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3pPr>
            <a:lvl4pPr marL="1828800" lvl="3"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4pPr>
            <a:lvl5pPr marL="2286000" lvl="4"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5pPr>
            <a:lvl6pPr marL="2743200" lvl="5"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6pPr>
            <a:lvl7pPr marL="3200400" lvl="6"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7pPr>
            <a:lvl8pPr marL="3657600" lvl="7"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8pPr>
            <a:lvl9pPr marL="4114800" lvl="8" indent="-28575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9pPr>
          </a:lstStyle>
          <a:p>
            <a:endParaRPr/>
          </a:p>
        </p:txBody>
      </p:sp>
      <p:sp>
        <p:nvSpPr>
          <p:cNvPr id="8" name="Google Shape;8;p1"/>
          <p:cNvSpPr txBox="1">
            <a:spLocks noGrp="1"/>
          </p:cNvSpPr>
          <p:nvPr>
            <p:ph type="sldNum" idx="12"/>
          </p:nvPr>
        </p:nvSpPr>
        <p:spPr>
          <a:xfrm>
            <a:off x="7426775" y="4679000"/>
            <a:ext cx="1502400" cy="324300"/>
          </a:xfrm>
          <a:prstGeom prst="rect">
            <a:avLst/>
          </a:prstGeom>
          <a:noFill/>
          <a:ln>
            <a:noFill/>
          </a:ln>
        </p:spPr>
        <p:txBody>
          <a:bodyPr spcFirstLastPara="1" wrap="square" lIns="91425" tIns="91425" rIns="91425" bIns="91425" anchor="ctr" anchorCtr="0">
            <a:noAutofit/>
          </a:bodyPr>
          <a:lstStyle>
            <a:lvl1pPr lvl="0" algn="r" rtl="0">
              <a:buNone/>
              <a:defRPr sz="900">
                <a:solidFill>
                  <a:schemeClr val="dk1"/>
                </a:solidFill>
                <a:latin typeface="Gowun Batang"/>
                <a:ea typeface="Gowun Batang"/>
                <a:cs typeface="Gowun Batang"/>
                <a:sym typeface="Gowun Batang"/>
              </a:defRPr>
            </a:lvl1pPr>
            <a:lvl2pPr lvl="1" algn="r" rtl="0">
              <a:buNone/>
              <a:defRPr sz="900">
                <a:solidFill>
                  <a:schemeClr val="dk1"/>
                </a:solidFill>
                <a:latin typeface="Gowun Batang"/>
                <a:ea typeface="Gowun Batang"/>
                <a:cs typeface="Gowun Batang"/>
                <a:sym typeface="Gowun Batang"/>
              </a:defRPr>
            </a:lvl2pPr>
            <a:lvl3pPr lvl="2" algn="r" rtl="0">
              <a:buNone/>
              <a:defRPr sz="900">
                <a:solidFill>
                  <a:schemeClr val="dk1"/>
                </a:solidFill>
                <a:latin typeface="Gowun Batang"/>
                <a:ea typeface="Gowun Batang"/>
                <a:cs typeface="Gowun Batang"/>
                <a:sym typeface="Gowun Batang"/>
              </a:defRPr>
            </a:lvl3pPr>
            <a:lvl4pPr lvl="3" algn="r" rtl="0">
              <a:buNone/>
              <a:defRPr sz="900">
                <a:solidFill>
                  <a:schemeClr val="dk1"/>
                </a:solidFill>
                <a:latin typeface="Gowun Batang"/>
                <a:ea typeface="Gowun Batang"/>
                <a:cs typeface="Gowun Batang"/>
                <a:sym typeface="Gowun Batang"/>
              </a:defRPr>
            </a:lvl4pPr>
            <a:lvl5pPr lvl="4" algn="r" rtl="0">
              <a:buNone/>
              <a:defRPr sz="900">
                <a:solidFill>
                  <a:schemeClr val="dk1"/>
                </a:solidFill>
                <a:latin typeface="Gowun Batang"/>
                <a:ea typeface="Gowun Batang"/>
                <a:cs typeface="Gowun Batang"/>
                <a:sym typeface="Gowun Batang"/>
              </a:defRPr>
            </a:lvl5pPr>
            <a:lvl6pPr lvl="5" algn="r" rtl="0">
              <a:buNone/>
              <a:defRPr sz="900">
                <a:solidFill>
                  <a:schemeClr val="dk1"/>
                </a:solidFill>
                <a:latin typeface="Gowun Batang"/>
                <a:ea typeface="Gowun Batang"/>
                <a:cs typeface="Gowun Batang"/>
                <a:sym typeface="Gowun Batang"/>
              </a:defRPr>
            </a:lvl6pPr>
            <a:lvl7pPr lvl="6" algn="r" rtl="0">
              <a:buNone/>
              <a:defRPr sz="900">
                <a:solidFill>
                  <a:schemeClr val="dk1"/>
                </a:solidFill>
                <a:latin typeface="Gowun Batang"/>
                <a:ea typeface="Gowun Batang"/>
                <a:cs typeface="Gowun Batang"/>
                <a:sym typeface="Gowun Batang"/>
              </a:defRPr>
            </a:lvl7pPr>
            <a:lvl8pPr lvl="7" algn="r" rtl="0">
              <a:buNone/>
              <a:defRPr sz="900">
                <a:solidFill>
                  <a:schemeClr val="dk1"/>
                </a:solidFill>
                <a:latin typeface="Gowun Batang"/>
                <a:ea typeface="Gowun Batang"/>
                <a:cs typeface="Gowun Batang"/>
                <a:sym typeface="Gowun Batang"/>
              </a:defRPr>
            </a:lvl8pPr>
            <a:lvl9pPr lvl="8" algn="r" rtl="0">
              <a:buNone/>
              <a:defRPr sz="900">
                <a:solidFill>
                  <a:schemeClr val="dk1"/>
                </a:solidFill>
                <a:latin typeface="Gowun Batang"/>
                <a:ea typeface="Gowun Batang"/>
                <a:cs typeface="Gowun Batang"/>
                <a:sym typeface="Gowun Batang"/>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44">
          <p15:clr>
            <a:srgbClr val="E46962"/>
          </p15:clr>
        </p15:guide>
        <p15:guide id="2" pos="5616">
          <p15:clr>
            <a:srgbClr val="E46962"/>
          </p15:clr>
        </p15:guide>
        <p15:guide id="3" orient="horz" pos="104">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intip.in/DriveEarlyExit"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intip.in/DriveEarlyExit"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0"/>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50"/>
          <p:cNvSpPr txBox="1">
            <a:spLocks noGrp="1"/>
          </p:cNvSpPr>
          <p:nvPr>
            <p:ph type="title"/>
          </p:nvPr>
        </p:nvSpPr>
        <p:spPr>
          <a:xfrm>
            <a:off x="228600" y="1909750"/>
            <a:ext cx="6232800" cy="94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t>Progress Update 8/11/2026</a:t>
            </a:r>
            <a:endParaRPr/>
          </a:p>
        </p:txBody>
      </p:sp>
      <p:sp>
        <p:nvSpPr>
          <p:cNvPr id="355" name="Google Shape;355;p50"/>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1"/>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61" name="Google Shape;361;p51"/>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362" name="Google Shape;362;p51"/>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Last week's plans</a:t>
            </a:r>
            <a:endParaRPr/>
          </a:p>
        </p:txBody>
      </p:sp>
      <p:sp>
        <p:nvSpPr>
          <p:cNvPr id="363" name="Google Shape;363;p51"/>
          <p:cNvSpPr txBox="1">
            <a:spLocks noGrp="1"/>
          </p:cNvSpPr>
          <p:nvPr>
            <p:ph type="title"/>
          </p:nvPr>
        </p:nvSpPr>
        <p:spPr>
          <a:xfrm>
            <a:off x="118125" y="758100"/>
            <a:ext cx="8686800" cy="3547200"/>
          </a:xfrm>
          <a:prstGeom prst="rect">
            <a:avLst/>
          </a:prstGeom>
        </p:spPr>
        <p:txBody>
          <a:bodyPr spcFirstLastPara="1" wrap="square" lIns="91425" tIns="91425" rIns="91425" bIns="91425" anchor="t" anchorCtr="0">
            <a:noAutofit/>
          </a:bodyPr>
          <a:lstStyle/>
          <a:p>
            <a:pPr marL="457200" marR="381000" lvl="0" indent="-330200" algn="l" rtl="0">
              <a:lnSpc>
                <a:spcPct val="115000"/>
              </a:lnSpc>
              <a:spcBef>
                <a:spcPts val="1200"/>
              </a:spcBef>
              <a:spcAft>
                <a:spcPts val="0"/>
              </a:spcAft>
              <a:buSzPts val="1600"/>
              <a:buChar char="-"/>
            </a:pPr>
            <a:r>
              <a:rPr lang="en" sz="1400"/>
              <a:t>Profile the per-exit inference cost of a single model on both the training device and the target edge device. Then, estimate the translation gap between the two device profiles for hw. </a:t>
            </a:r>
            <a:endParaRPr sz="1600"/>
          </a:p>
          <a:p>
            <a:pPr marL="457200" marR="381000" lvl="0" indent="-330200" algn="l" rtl="0">
              <a:lnSpc>
                <a:spcPct val="115000"/>
              </a:lnSpc>
              <a:spcBef>
                <a:spcPts val="0"/>
              </a:spcBef>
              <a:spcAft>
                <a:spcPts val="0"/>
              </a:spcAft>
              <a:buSzPts val="1600"/>
              <a:buChar char="-"/>
            </a:pPr>
            <a:r>
              <a:rPr lang="en" sz="1400"/>
              <a:t>Smaller subtasks: </a:t>
            </a:r>
            <a:endParaRPr sz="1600"/>
          </a:p>
          <a:p>
            <a:pPr marL="914400" marR="381000" lvl="1" indent="-330200" algn="l" rtl="0">
              <a:lnSpc>
                <a:spcPct val="115000"/>
              </a:lnSpc>
              <a:spcBef>
                <a:spcPts val="0"/>
              </a:spcBef>
              <a:spcAft>
                <a:spcPts val="0"/>
              </a:spcAft>
              <a:buSzPts val="1600"/>
              <a:buChar char="-"/>
            </a:pPr>
            <a:r>
              <a:rPr lang="en" sz="1400"/>
              <a:t>Train and Run the models on a100 (Done )</a:t>
            </a:r>
            <a:endParaRPr sz="1600"/>
          </a:p>
          <a:p>
            <a:pPr marL="914400" marR="381000" lvl="1" indent="-330200" algn="l" rtl="0">
              <a:lnSpc>
                <a:spcPct val="115000"/>
              </a:lnSpc>
              <a:spcBef>
                <a:spcPts val="0"/>
              </a:spcBef>
              <a:spcAft>
                <a:spcPts val="0"/>
              </a:spcAft>
              <a:buSzPts val="1600"/>
              <a:buChar char="-"/>
            </a:pPr>
            <a:r>
              <a:rPr lang="en" sz="1400"/>
              <a:t>Run the models on JetsonOrin  (Done, all 4 models incl. Llama)</a:t>
            </a:r>
            <a:endParaRPr sz="1600"/>
          </a:p>
          <a:p>
            <a:pPr marL="0" marR="381000" lvl="0" indent="0" algn="l" rtl="0">
              <a:lnSpc>
                <a:spcPct val="115000"/>
              </a:lnSpc>
              <a:spcBef>
                <a:spcPts val="1200"/>
              </a:spcBef>
              <a:spcAft>
                <a:spcPts val="0"/>
              </a:spcAft>
              <a:buNone/>
            </a:pPr>
            <a:r>
              <a:rPr lang="en" sz="1400"/>
              <a:t>Drive link : </a:t>
            </a:r>
            <a:r>
              <a:rPr lang="en" sz="1400" u="sng">
                <a:solidFill>
                  <a:schemeClr val="hlink"/>
                </a:solidFill>
                <a:hlinkClick r:id="rId3"/>
              </a:rPr>
              <a:t>intip.in/DriveEarlyExit</a:t>
            </a:r>
            <a:r>
              <a:rPr lang="en" sz="1400"/>
              <a:t> </a:t>
            </a:r>
            <a:endParaRPr sz="1600"/>
          </a:p>
          <a:p>
            <a:pPr marL="457200" lvl="0" indent="0" algn="l" rtl="0">
              <a:spcBef>
                <a:spcPts val="1200"/>
              </a:spcBef>
              <a:spcAft>
                <a:spcPts val="0"/>
              </a:spcAft>
              <a:buNone/>
            </a:pPr>
            <a:endParaRPr sz="1600"/>
          </a:p>
          <a:p>
            <a:pPr marL="0" lvl="0" indent="0" algn="l" rtl="0">
              <a:spcBef>
                <a:spcPts val="0"/>
              </a:spcBef>
              <a:spcAft>
                <a:spcPts val="0"/>
              </a:spcAft>
              <a:buNone/>
            </a:pP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69" name="Google Shape;369;p52"/>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370" name="Google Shape;370;p52"/>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What has been done</a:t>
            </a:r>
            <a:endParaRPr/>
          </a:p>
        </p:txBody>
      </p:sp>
      <p:sp>
        <p:nvSpPr>
          <p:cNvPr id="371" name="Google Shape;371;p52"/>
          <p:cNvSpPr txBox="1">
            <a:spLocks noGrp="1"/>
          </p:cNvSpPr>
          <p:nvPr>
            <p:ph type="title"/>
          </p:nvPr>
        </p:nvSpPr>
        <p:spPr>
          <a:xfrm>
            <a:off x="118125" y="758100"/>
            <a:ext cx="8686800" cy="3547200"/>
          </a:xfrm>
          <a:prstGeom prst="rect">
            <a:avLst/>
          </a:prstGeom>
        </p:spPr>
        <p:txBody>
          <a:bodyPr spcFirstLastPara="1" wrap="square" lIns="91425" tIns="91425" rIns="91425" bIns="91425" anchor="t" anchorCtr="0">
            <a:noAutofit/>
          </a:bodyPr>
          <a:lstStyle/>
          <a:p>
            <a:pPr marL="457200" marR="381000" lvl="0" indent="-330200" algn="l" rtl="0">
              <a:lnSpc>
                <a:spcPct val="115000"/>
              </a:lnSpc>
              <a:spcBef>
                <a:spcPts val="1200"/>
              </a:spcBef>
              <a:spcAft>
                <a:spcPts val="0"/>
              </a:spcAft>
              <a:buSzPts val="1600"/>
              <a:buChar char="-"/>
            </a:pPr>
            <a:r>
              <a:rPr lang="en" sz="1400"/>
              <a:t>Run the models on A100 for benchmarking and using Lens Probing</a:t>
            </a:r>
            <a:endParaRPr sz="1600"/>
          </a:p>
          <a:p>
            <a:pPr marL="457200" marR="381000" lvl="0" indent="-330200" algn="l" rtl="0">
              <a:lnSpc>
                <a:spcPct val="115000"/>
              </a:lnSpc>
              <a:spcBef>
                <a:spcPts val="0"/>
              </a:spcBef>
              <a:spcAft>
                <a:spcPts val="0"/>
              </a:spcAft>
              <a:buSzPts val="1600"/>
              <a:buChar char="-"/>
            </a:pPr>
            <a:r>
              <a:rPr lang="en" sz="1400"/>
              <a:t>For Training i implement 3 methods </a:t>
            </a:r>
            <a:endParaRPr sz="1600"/>
          </a:p>
          <a:p>
            <a:pPr marL="914400" marR="381000" lvl="1" indent="-330200" algn="l" rtl="0">
              <a:lnSpc>
                <a:spcPct val="115000"/>
              </a:lnSpc>
              <a:spcBef>
                <a:spcPts val="0"/>
              </a:spcBef>
              <a:spcAft>
                <a:spcPts val="0"/>
              </a:spcAft>
              <a:buSzPts val="1600"/>
              <a:buChar char="-"/>
            </a:pPr>
            <a:r>
              <a:rPr lang="en" sz="1400"/>
              <a:t>Lora Cascading (SEGD) </a:t>
            </a:r>
            <a:endParaRPr sz="1600"/>
          </a:p>
          <a:p>
            <a:pPr marL="914400" marR="381000" lvl="1" indent="-330200" algn="l" rtl="0">
              <a:lnSpc>
                <a:spcPct val="115000"/>
              </a:lnSpc>
              <a:spcBef>
                <a:spcPts val="0"/>
              </a:spcBef>
              <a:spcAft>
                <a:spcPts val="0"/>
              </a:spcAft>
              <a:buSzPts val="1600"/>
              <a:buChar char="-"/>
            </a:pPr>
            <a:r>
              <a:rPr lang="en" sz="1400"/>
              <a:t>Lora Pairwise Training (our method)</a:t>
            </a:r>
            <a:endParaRPr sz="1600"/>
          </a:p>
          <a:p>
            <a:pPr marL="914400" marR="381000" lvl="1" indent="-330200" algn="l" rtl="0">
              <a:lnSpc>
                <a:spcPct val="115000"/>
              </a:lnSpc>
              <a:spcBef>
                <a:spcPts val="0"/>
              </a:spcBef>
              <a:spcAft>
                <a:spcPts val="0"/>
              </a:spcAft>
              <a:buSzPts val="1600"/>
              <a:buChar char="-"/>
            </a:pPr>
            <a:r>
              <a:rPr lang="en" sz="1400"/>
              <a:t>Benchmarking on Jetson and A100 </a:t>
            </a:r>
            <a:endParaRPr sz="1600"/>
          </a:p>
          <a:p>
            <a:pPr marL="914400" marR="381000" lvl="1" indent="-330200" algn="l" rtl="0">
              <a:lnSpc>
                <a:spcPct val="115000"/>
              </a:lnSpc>
              <a:spcBef>
                <a:spcPts val="0"/>
              </a:spcBef>
              <a:spcAft>
                <a:spcPts val="0"/>
              </a:spcAft>
              <a:buSzPts val="1600"/>
              <a:buChar char="-"/>
            </a:pPr>
            <a:r>
              <a:rPr lang="en" sz="1400"/>
              <a:t>Translation Table</a:t>
            </a:r>
            <a:endParaRPr sz="1600"/>
          </a:p>
          <a:p>
            <a:pPr marL="0" marR="381000" lvl="0" indent="0" algn="l" rtl="0">
              <a:lnSpc>
                <a:spcPct val="115000"/>
              </a:lnSpc>
              <a:spcBef>
                <a:spcPts val="1200"/>
              </a:spcBef>
              <a:spcAft>
                <a:spcPts val="0"/>
              </a:spcAft>
              <a:buNone/>
            </a:pPr>
            <a:r>
              <a:rPr lang="en" sz="1400"/>
              <a:t>The Result of this experiment is on </a:t>
            </a:r>
            <a:endParaRPr sz="1600"/>
          </a:p>
          <a:p>
            <a:pPr marL="0" marR="381000" lvl="0" indent="0" algn="l" rtl="0">
              <a:lnSpc>
                <a:spcPct val="115000"/>
              </a:lnSpc>
              <a:spcBef>
                <a:spcPts val="1200"/>
              </a:spcBef>
              <a:spcAft>
                <a:spcPts val="0"/>
              </a:spcAft>
              <a:buNone/>
            </a:pPr>
            <a:r>
              <a:rPr lang="en" sz="1400" u="sng">
                <a:solidFill>
                  <a:schemeClr val="hlink"/>
                </a:solidFill>
                <a:hlinkClick r:id="rId3"/>
              </a:rPr>
              <a:t>http://intip.in/DriveEarlyExit</a:t>
            </a:r>
            <a:r>
              <a:rPr lang="en" sz="1400"/>
              <a:t>  under </a:t>
            </a:r>
            <a:r>
              <a:rPr lang="en" sz="1400" b="1"/>
              <a:t>Artifact folder </a:t>
            </a:r>
            <a:endParaRPr sz="1600" b="1"/>
          </a:p>
          <a:p>
            <a:pPr marL="0" marR="381000" lvl="0" indent="0" algn="l" rtl="0">
              <a:lnSpc>
                <a:spcPct val="115000"/>
              </a:lnSpc>
              <a:spcBef>
                <a:spcPts val="1200"/>
              </a:spcBef>
              <a:spcAft>
                <a:spcPts val="0"/>
              </a:spcAft>
              <a:buNone/>
            </a:pPr>
            <a:r>
              <a:rPr lang="en" sz="1400"/>
              <a:t>The hardware used in this experiment is an NVIDIA GeForce A100</a:t>
            </a:r>
            <a:endParaRPr sz="1600"/>
          </a:p>
          <a:p>
            <a:pPr marL="0" marR="381000" lvl="0" indent="0" algn="l" rtl="0">
              <a:lnSpc>
                <a:spcPct val="115000"/>
              </a:lnSpc>
              <a:spcBef>
                <a:spcPts val="1200"/>
              </a:spcBef>
              <a:spcAft>
                <a:spcPts val="1200"/>
              </a:spcAft>
              <a:buNone/>
            </a:pP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3"/>
          <p:cNvSpPr txBox="1">
            <a:spLocks noGrp="1"/>
          </p:cNvSpPr>
          <p:nvPr>
            <p:ph type="title"/>
          </p:nvPr>
        </p:nvSpPr>
        <p:spPr>
          <a:xfrm>
            <a:off x="118125" y="758100"/>
            <a:ext cx="8686800" cy="404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Protocol: </a:t>
            </a:r>
            <a:endParaRPr sz="1500"/>
          </a:p>
          <a:p>
            <a:pPr marL="0" lvl="0" indent="0" algn="l" rtl="0">
              <a:spcBef>
                <a:spcPts val="0"/>
              </a:spcBef>
              <a:spcAft>
                <a:spcPts val="0"/>
              </a:spcAft>
              <a:buNone/>
            </a:pPr>
            <a:endParaRPr sz="1500"/>
          </a:p>
          <a:p>
            <a:pPr marL="457200" lvl="0" indent="-323850" algn="l" rtl="0">
              <a:spcBef>
                <a:spcPts val="0"/>
              </a:spcBef>
              <a:spcAft>
                <a:spcPts val="0"/>
              </a:spcAft>
              <a:buSzPts val="1500"/>
              <a:buChar char="-"/>
            </a:pPr>
            <a:r>
              <a:rPr lang="en" sz="1400"/>
              <a:t>SeGD LoRaExit (Liu, 2024):</a:t>
            </a:r>
            <a:endParaRPr sz="1500"/>
          </a:p>
          <a:p>
            <a:pPr marL="914400" lvl="1" indent="-323850" algn="l" rtl="0">
              <a:spcBef>
                <a:spcPts val="0"/>
              </a:spcBef>
              <a:spcAft>
                <a:spcPts val="0"/>
              </a:spcAft>
              <a:buSzPts val="1500"/>
              <a:buChar char="-"/>
            </a:pPr>
            <a:r>
              <a:rPr lang="en" sz="1400"/>
              <a:t>We put a fresh head on each layer , we freeze the weights </a:t>
            </a:r>
            <a:endParaRPr sz="1500"/>
          </a:p>
          <a:p>
            <a:pPr marL="914400" lvl="1" indent="-323850" algn="l" rtl="0">
              <a:spcBef>
                <a:spcPts val="0"/>
              </a:spcBef>
              <a:spcAft>
                <a:spcPts val="0"/>
              </a:spcAft>
              <a:buSzPts val="1500"/>
              <a:buChar char="-"/>
            </a:pPr>
            <a:r>
              <a:rPr lang="en" sz="1400"/>
              <a:t>Train deepest exit first on labels quality loss, then walk  downward each shallow exit learns from the exit </a:t>
            </a:r>
            <a:r>
              <a:rPr lang="en" sz="1400" b="1"/>
              <a:t>immediately above it</a:t>
            </a:r>
            <a:endParaRPr sz="1500" b="1"/>
          </a:p>
          <a:p>
            <a:pPr marL="914400" lvl="1" indent="-323850" algn="l" rtl="0">
              <a:spcBef>
                <a:spcPts val="0"/>
              </a:spcBef>
              <a:spcAft>
                <a:spcPts val="0"/>
              </a:spcAft>
              <a:buSzPts val="1500"/>
              <a:buChar char="-"/>
            </a:pPr>
            <a:r>
              <a:rPr lang="en" sz="1400"/>
              <a:t>For each stages it the loss is the KL-divergence of logits + quality loss on labels </a:t>
            </a:r>
            <a:endParaRPr sz="1500"/>
          </a:p>
          <a:p>
            <a:pPr marL="914400" lvl="0" indent="0" algn="l" rtl="0">
              <a:spcBef>
                <a:spcPts val="0"/>
              </a:spcBef>
              <a:spcAft>
                <a:spcPts val="0"/>
              </a:spcAft>
              <a:buNone/>
            </a:pPr>
            <a:endParaRPr sz="1500"/>
          </a:p>
          <a:p>
            <a:pPr marL="914400" lvl="0" indent="0" algn="l" rtl="0">
              <a:spcBef>
                <a:spcPts val="0"/>
              </a:spcBef>
              <a:spcAft>
                <a:spcPts val="0"/>
              </a:spcAft>
              <a:buNone/>
            </a:pPr>
            <a:endParaRPr sz="1500"/>
          </a:p>
          <a:p>
            <a:pPr marL="457200" lvl="0" indent="-323850" algn="l" rtl="0">
              <a:spcBef>
                <a:spcPts val="0"/>
              </a:spcBef>
              <a:spcAft>
                <a:spcPts val="0"/>
              </a:spcAft>
              <a:buSzPts val="1500"/>
              <a:buChar char="-"/>
            </a:pPr>
            <a:r>
              <a:rPr lang="en" sz="1400"/>
              <a:t>Pairwise LoRaExit:</a:t>
            </a:r>
            <a:endParaRPr sz="1500"/>
          </a:p>
          <a:p>
            <a:pPr marL="914400" lvl="1" indent="-323850" algn="l" rtl="0">
              <a:spcBef>
                <a:spcPts val="0"/>
              </a:spcBef>
              <a:spcAft>
                <a:spcPts val="0"/>
              </a:spcAft>
              <a:buSzPts val="1500"/>
              <a:buChar char="-"/>
            </a:pPr>
            <a:r>
              <a:rPr lang="en" sz="1400"/>
              <a:t>The sameway for SeGD but we use The deepest layer as a teacher and add feature hint loss. </a:t>
            </a:r>
            <a:endParaRPr sz="1500"/>
          </a:p>
          <a:p>
            <a:pPr marL="457200" lvl="0" indent="0" algn="l" rtl="0">
              <a:spcBef>
                <a:spcPts val="0"/>
              </a:spcBef>
              <a:spcAft>
                <a:spcPts val="0"/>
              </a:spcAft>
              <a:buNone/>
            </a:pPr>
            <a:endParaRPr sz="1500"/>
          </a:p>
        </p:txBody>
      </p:sp>
      <p:sp>
        <p:nvSpPr>
          <p:cNvPr id="377" name="Google Shape;377;p5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378" name="Google Shape;378;p53"/>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379" name="Google Shape;379;p53"/>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Result of Training of the model using 4 generalizable methods</a:t>
            </a:r>
            <a:endParaRPr sz="2000"/>
          </a:p>
        </p:txBody>
      </p:sp>
      <p:pic>
        <p:nvPicPr>
          <p:cNvPr id="380" name="Google Shape;380;p53"/>
          <p:cNvPicPr preferRelativeResize="0"/>
          <p:nvPr/>
        </p:nvPicPr>
        <p:blipFill>
          <a:blip r:embed="rId3">
            <a:alphaModFix/>
          </a:blip>
          <a:stretch>
            <a:fillRect/>
          </a:stretch>
        </p:blipFill>
        <p:spPr>
          <a:xfrm>
            <a:off x="1166150" y="2465625"/>
            <a:ext cx="2379250" cy="389225"/>
          </a:xfrm>
          <a:prstGeom prst="rect">
            <a:avLst/>
          </a:prstGeom>
          <a:noFill/>
          <a:ln>
            <a:noFill/>
          </a:ln>
        </p:spPr>
      </p:pic>
      <p:pic>
        <p:nvPicPr>
          <p:cNvPr id="381" name="Google Shape;381;p53"/>
          <p:cNvPicPr preferRelativeResize="0"/>
          <p:nvPr/>
        </p:nvPicPr>
        <p:blipFill>
          <a:blip r:embed="rId4">
            <a:alphaModFix/>
          </a:blip>
          <a:stretch>
            <a:fillRect/>
          </a:stretch>
        </p:blipFill>
        <p:spPr>
          <a:xfrm>
            <a:off x="1038925" y="3675213"/>
            <a:ext cx="3619500" cy="523875"/>
          </a:xfrm>
          <a:prstGeom prst="rect">
            <a:avLst/>
          </a:prstGeom>
          <a:noFill/>
          <a:ln>
            <a:noFill/>
          </a:ln>
        </p:spPr>
      </p:pic>
      <p:pic>
        <p:nvPicPr>
          <p:cNvPr id="382" name="Google Shape;382;p53"/>
          <p:cNvPicPr preferRelativeResize="0"/>
          <p:nvPr/>
        </p:nvPicPr>
        <p:blipFill>
          <a:blip r:embed="rId5">
            <a:alphaModFix/>
          </a:blip>
          <a:stretch>
            <a:fillRect/>
          </a:stretch>
        </p:blipFill>
        <p:spPr>
          <a:xfrm>
            <a:off x="4891447" y="3568760"/>
            <a:ext cx="3485950" cy="630350"/>
          </a:xfrm>
          <a:prstGeom prst="rect">
            <a:avLst/>
          </a:prstGeom>
          <a:noFill/>
          <a:ln>
            <a:noFill/>
          </a:ln>
        </p:spPr>
      </p:pic>
      <p:pic>
        <p:nvPicPr>
          <p:cNvPr id="383" name="Google Shape;383;p53"/>
          <p:cNvPicPr preferRelativeResize="0"/>
          <p:nvPr/>
        </p:nvPicPr>
        <p:blipFill>
          <a:blip r:embed="rId6">
            <a:alphaModFix/>
          </a:blip>
          <a:stretch>
            <a:fillRect/>
          </a:stretch>
        </p:blipFill>
        <p:spPr>
          <a:xfrm>
            <a:off x="4957721" y="4276121"/>
            <a:ext cx="2331464" cy="4028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4"/>
          <p:cNvSpPr txBox="1">
            <a:spLocks noGrp="1"/>
          </p:cNvSpPr>
          <p:nvPr>
            <p:ph type="title"/>
          </p:nvPr>
        </p:nvSpPr>
        <p:spPr>
          <a:xfrm>
            <a:off x="118125" y="758100"/>
            <a:ext cx="8686800" cy="354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Protocol: </a:t>
            </a:r>
            <a:endParaRPr sz="1400"/>
          </a:p>
          <a:p>
            <a:pPr marL="914400" lvl="0" indent="-317500" algn="l" rtl="0">
              <a:spcBef>
                <a:spcPts val="0"/>
              </a:spcBef>
              <a:spcAft>
                <a:spcPts val="0"/>
              </a:spcAft>
              <a:buSzPts val="1400"/>
              <a:buChar char="-"/>
            </a:pPr>
            <a:r>
              <a:rPr lang="en" sz="1400"/>
              <a:t>we apply all of the early exit after the transformer every blocks (11)</a:t>
            </a:r>
            <a:endParaRPr sz="1400"/>
          </a:p>
          <a:p>
            <a:pPr marL="1371600" lvl="0" indent="0" algn="l" rtl="0">
              <a:spcBef>
                <a:spcPts val="0"/>
              </a:spcBef>
              <a:spcAft>
                <a:spcPts val="0"/>
              </a:spcAft>
              <a:buNone/>
            </a:pPr>
            <a:endParaRPr sz="1400"/>
          </a:p>
          <a:p>
            <a:pPr marL="914400" lvl="0" indent="-317500" algn="l" rtl="0">
              <a:spcBef>
                <a:spcPts val="0"/>
              </a:spcBef>
              <a:spcAft>
                <a:spcPts val="0"/>
              </a:spcAft>
              <a:buSzPts val="1400"/>
              <a:buChar char="-"/>
            </a:pPr>
            <a:r>
              <a:rPr lang="en" sz="1400"/>
              <a:t>We use the simplest  method that is using Lens only early exit (No training only Applying exit head on the exit by copying the trained FC to the early exit head)</a:t>
            </a:r>
            <a:br>
              <a:rPr lang="en" sz="1400"/>
            </a:br>
            <a:endParaRPr sz="1400"/>
          </a:p>
          <a:p>
            <a:pPr marL="914400" lvl="0" indent="-317500" algn="l" rtl="0">
              <a:spcBef>
                <a:spcPts val="0"/>
              </a:spcBef>
              <a:spcAft>
                <a:spcPts val="0"/>
              </a:spcAft>
              <a:buSzPts val="1400"/>
              <a:buChar char="-"/>
            </a:pPr>
            <a:r>
              <a:rPr lang="en" sz="1400"/>
              <a:t>We measure Hardware Energy Profile, Energy and Memory profile</a:t>
            </a:r>
            <a:endParaRPr sz="1400"/>
          </a:p>
          <a:p>
            <a:pPr marL="1371600" lvl="0" indent="0" algn="l" rtl="0">
              <a:spcBef>
                <a:spcPts val="0"/>
              </a:spcBef>
              <a:spcAft>
                <a:spcPts val="0"/>
              </a:spcAft>
              <a:buNone/>
            </a:pPr>
            <a:endParaRPr sz="1400"/>
          </a:p>
          <a:p>
            <a:pPr marL="914400" lvl="0" indent="-317500" algn="l" rtl="0">
              <a:spcBef>
                <a:spcPts val="0"/>
              </a:spcBef>
              <a:spcAft>
                <a:spcPts val="0"/>
              </a:spcAft>
              <a:buSzPts val="1400"/>
              <a:buChar char="-"/>
            </a:pPr>
            <a:r>
              <a:rPr lang="en" sz="1400"/>
              <a:t>The model we ran are (LlaMa 3.2 1B, Bert-Large, Yolo v9-Gelan M, Google ViT )</a:t>
            </a:r>
            <a:br>
              <a:rPr lang="en" sz="1400"/>
            </a:br>
            <a:endParaRPr sz="1400"/>
          </a:p>
          <a:p>
            <a:pPr marL="914400" lvl="0" indent="-317500" algn="l" rtl="0">
              <a:spcBef>
                <a:spcPts val="0"/>
              </a:spcBef>
              <a:spcAft>
                <a:spcPts val="0"/>
              </a:spcAft>
              <a:buSzPts val="1400"/>
              <a:buChar char="-"/>
            </a:pPr>
            <a:r>
              <a:rPr lang="en" sz="1400"/>
              <a:t>All results are reported as the mean of all of the samples across different tasks </a:t>
            </a:r>
            <a:endParaRPr sz="1400"/>
          </a:p>
        </p:txBody>
      </p:sp>
      <p:sp>
        <p:nvSpPr>
          <p:cNvPr id="389" name="Google Shape;389;p54"/>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390" name="Google Shape;390;p54"/>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391" name="Google Shape;391;p54"/>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Result of Inference Hardware and quality profile of Early Exit BERT </a:t>
            </a:r>
            <a:endParaRPr sz="2000"/>
          </a:p>
        </p:txBody>
      </p:sp>
      <p:pic>
        <p:nvPicPr>
          <p:cNvPr id="392" name="Google Shape;392;p54" descr="{&quot;type&quot;:&quot;$$&quot;,&quot;aid&quot;:null,&quot;backgroundColor&quot;:&quot;#E9EBE8&quot;,&quot;id&quot;:&quot;2&quot;,&quot;backgroundColorModified&quot;:false,&quot;font&quot;:{&quot;family&quot;:&quot;Arial&quot;,&quot;color&quot;:&quot;#133817&quot;,&quot;size&quot;:10},&quot;code&quot;:&quot;$$C_{k\\left(x\\right)}=\\,\\left(T_{k\\left(x\\right)},E_{k\\left(x\\right)},M_{k\\left(x\\right)}\\right)$$&quot;,&quot;ts&quot;:1778581504538,&quot;cs&quot;:&quot;yZCYweC726EF3SE+2U1PfQ==&quot;,&quot;size&quot;:{&quot;width&quot;:183.66666666666666,&quot;height&quot;:18.833333333333332}}"/>
          <p:cNvPicPr preferRelativeResize="0"/>
          <p:nvPr/>
        </p:nvPicPr>
        <p:blipFill>
          <a:blip r:embed="rId3">
            <a:alphaModFix/>
          </a:blip>
          <a:stretch>
            <a:fillRect/>
          </a:stretch>
        </p:blipFill>
        <p:spPr>
          <a:xfrm>
            <a:off x="6292075" y="2149800"/>
            <a:ext cx="1749425" cy="1793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5"/>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398" name="Google Shape;398;p55"/>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A100 Result of Lens probing- BERT Averaged over 7 data (Quality ACC)</a:t>
            </a:r>
            <a:endParaRPr sz="3500"/>
          </a:p>
        </p:txBody>
      </p:sp>
      <p:pic>
        <p:nvPicPr>
          <p:cNvPr id="399" name="Google Shape;399;p55"/>
          <p:cNvPicPr preferRelativeResize="0"/>
          <p:nvPr/>
        </p:nvPicPr>
        <p:blipFill>
          <a:blip r:embed="rId3">
            <a:alphaModFix/>
          </a:blip>
          <a:stretch>
            <a:fillRect/>
          </a:stretch>
        </p:blipFill>
        <p:spPr>
          <a:xfrm>
            <a:off x="609750" y="662300"/>
            <a:ext cx="7548901" cy="4241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405" name="Google Shape;405;p56"/>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06" name="Google Shape;406;p56"/>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BERT - Memory: GPU mem + System RAM  (A100 vs Jetson MAXN/25W/15W)</a:t>
            </a:r>
          </a:p>
        </p:txBody>
      </p:sp>
      <p:sp>
        <p:nvSpPr>
          <p:cNvPr id="407" name="Google Shape;407;p56"/>
          <p:cNvSpPr txBox="1">
            <a:spLocks noGrp="1"/>
          </p:cNvSpPr>
          <p:nvPr>
            <p:ph type="title"/>
          </p:nvPr>
        </p:nvSpPr>
        <p:spPr>
          <a:xfrm>
            <a:off x="305900" y="74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08" name="Picture 407" descr="gpu_mem.png"/>
          <p:cNvPicPr>
            <a:picLocks noChangeAspect="1"/>
          </p:cNvPicPr>
          <p:nvPr/>
        </p:nvPicPr>
        <p:blipFill>
          <a:blip r:embed="rId3"/>
          <a:stretch>
            <a:fillRect/>
          </a:stretch>
        </p:blipFill>
        <p:spPr>
          <a:xfrm>
            <a:off x="365760" y="1371600"/>
            <a:ext cx="4114800" cy="2560320"/>
          </a:xfrm>
          <a:prstGeom prst="rect">
            <a:avLst/>
          </a:prstGeom>
        </p:spPr>
      </p:pic>
      <p:pic>
        <p:nvPicPr>
          <p:cNvPr id="409" name="Picture 408" descr="system_ram.png"/>
          <p:cNvPicPr>
            <a:picLocks noChangeAspect="1"/>
          </p:cNvPicPr>
          <p:nvPr/>
        </p:nvPicPr>
        <p:blipFill>
          <a:blip r:embed="rId4"/>
          <a:stretch>
            <a:fillRect/>
          </a:stretch>
        </p:blipFill>
        <p:spPr>
          <a:xfrm>
            <a:off x="4663440" y="1371600"/>
            <a:ext cx="4114800" cy="2560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414" name="Google Shape;414;p57"/>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15" name="Google Shape;415;p57"/>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BERT - Latency  (A100 vs Jetson MAXN / 25W / 15W)</a:t>
            </a:r>
          </a:p>
        </p:txBody>
      </p:sp>
      <p:sp>
        <p:nvSpPr>
          <p:cNvPr id="416" name="Google Shape;416;p57"/>
          <p:cNvSpPr txBox="1">
            <a:spLocks noGrp="1"/>
          </p:cNvSpPr>
          <p:nvPr>
            <p:ph type="title"/>
          </p:nvPr>
        </p:nvSpPr>
        <p:spPr>
          <a:xfrm>
            <a:off x="305900" y="74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17" name="Picture 416" descr="latency.png"/>
          <p:cNvPicPr>
            <a:picLocks noChangeAspect="1"/>
          </p:cNvPicPr>
          <p:nvPr/>
        </p:nvPicPr>
        <p:blipFill>
          <a:blip r:embed="rId3"/>
          <a:stretch>
            <a:fillRect/>
          </a:stretch>
        </p:blipFill>
        <p:spPr>
          <a:xfrm>
            <a:off x="1188720" y="868680"/>
            <a:ext cx="6766560" cy="4206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8"/>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423" name="Google Shape;423;p58"/>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24" name="Google Shape;424;p58"/>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BERT - Energy  (A100 vs Jetson MAXN / 25W / 15W)</a:t>
            </a:r>
          </a:p>
        </p:txBody>
      </p:sp>
      <p:sp>
        <p:nvSpPr>
          <p:cNvPr id="425" name="Google Shape;425;p58"/>
          <p:cNvSpPr txBox="1">
            <a:spLocks noGrp="1"/>
          </p:cNvSpPr>
          <p:nvPr>
            <p:ph type="title"/>
          </p:nvPr>
        </p:nvSpPr>
        <p:spPr>
          <a:xfrm>
            <a:off x="305900" y="74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26" name="Picture 425" descr="energy.png"/>
          <p:cNvPicPr>
            <a:picLocks noChangeAspect="1"/>
          </p:cNvPicPr>
          <p:nvPr/>
        </p:nvPicPr>
        <p:blipFill>
          <a:blip r:embed="rId3"/>
          <a:stretch>
            <a:fillRect/>
          </a:stretch>
        </p:blipFill>
        <p:spPr>
          <a:xfrm>
            <a:off x="1188720" y="868680"/>
            <a:ext cx="6766560"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BERT - Power consumption  (Jetson MAXN / 25W / 15W)</a:t>
            </a:r>
          </a:p>
        </p:txBody>
      </p:sp>
      <p:sp>
        <p:nvSpPr>
          <p:cNvPr id="3" name="Text Placeholder 2"/>
          <p:cNvSpPr>
            <a:spLocks noGrp="1"/>
          </p:cNvSpPr>
          <p:nvPr>
            <p:ph type="body" idx="1"/>
          </p:nvPr>
        </p:nvSpPr>
        <p:spPr/>
        <p:txBody>
          <a:bodyPr/>
          <a:lstStyle/>
          <a:p>
            <a:endParaRPr/>
          </a:p>
        </p:txBody>
      </p:sp>
      <p:sp>
        <p:nvSpPr>
          <p:cNvPr id="4" name="Text Placeholder 3"/>
          <p:cNvSpPr>
            <a:spLocks noGrp="1"/>
          </p:cNvSpPr>
          <p:nvPr>
            <p:ph type="body" idx="2"/>
          </p:nvPr>
        </p:nvSpPr>
        <p:spPr/>
        <p:txBody>
          <a:bodyPr/>
          <a:lstStyle/>
          <a:p>
            <a:endParaRPr/>
          </a:p>
        </p:txBody>
      </p:sp>
      <p:sp>
        <p:nvSpPr>
          <p:cNvPr id="5" name="Text Placeholder 4"/>
          <p:cNvSpPr>
            <a:spLocks noGrp="1"/>
          </p:cNvSpPr>
          <p:nvPr>
            <p:ph type="body" idx="3"/>
          </p:nvPr>
        </p:nvSpPr>
        <p:spPr/>
        <p:txBody>
          <a:bodyPr/>
          <a:lstStyle/>
          <a:p>
            <a:endParaRPr/>
          </a:p>
        </p:txBody>
      </p:sp>
      <p:sp>
        <p:nvSpPr>
          <p:cNvPr id="6" name="Text Placeholder 5"/>
          <p:cNvSpPr>
            <a:spLocks noGrp="1"/>
          </p:cNvSpPr>
          <p:nvPr>
            <p:ph type="body" idx="4"/>
          </p:nvPr>
        </p:nvSpPr>
        <p:spPr/>
        <p:txBody>
          <a:bodyPr/>
          <a:lstStyle/>
          <a:p>
            <a:endParaRPr/>
          </a:p>
        </p:txBody>
      </p:sp>
      <p:sp>
        <p:nvSpPr>
          <p:cNvPr id="7" name="Text Placeholder 6"/>
          <p:cNvSpPr>
            <a:spLocks noGrp="1"/>
          </p:cNvSpPr>
          <p:nvPr>
            <p:ph type="body" idx="5"/>
          </p:nvPr>
        </p:nvSpPr>
        <p:spPr/>
        <p:txBody>
          <a:bodyPr/>
          <a:lstStyle/>
          <a:p>
            <a:endParaRPr/>
          </a:p>
        </p:txBody>
      </p:sp>
      <p:pic>
        <p:nvPicPr>
          <p:cNvPr id="8" name="Picture 7" descr="power_without_a100.png"/>
          <p:cNvPicPr>
            <a:picLocks noChangeAspect="1"/>
          </p:cNvPicPr>
          <p:nvPr/>
        </p:nvPicPr>
        <p:blipFill>
          <a:blip r:embed="rId2"/>
          <a:stretch>
            <a:fillRect/>
          </a:stretch>
        </p:blipFill>
        <p:spPr>
          <a:xfrm>
            <a:off x="1188720" y="868680"/>
            <a:ext cx="6766560" cy="4206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9"/>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432" name="Google Shape;432;p59"/>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33" name="Google Shape;433;p59"/>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A100 Result ViT Averaged over 7 data (Quality)</a:t>
            </a:r>
            <a:endParaRPr/>
          </a:p>
        </p:txBody>
      </p:sp>
      <p:sp>
        <p:nvSpPr>
          <p:cNvPr id="434" name="Google Shape;434;p59"/>
          <p:cNvSpPr txBox="1">
            <a:spLocks noGrp="1"/>
          </p:cNvSpPr>
          <p:nvPr>
            <p:ph type="title"/>
          </p:nvPr>
        </p:nvSpPr>
        <p:spPr>
          <a:xfrm>
            <a:off x="228600" y="71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35" name="Google Shape;435;p59"/>
          <p:cNvPicPr preferRelativeResize="0"/>
          <p:nvPr/>
        </p:nvPicPr>
        <p:blipFill>
          <a:blip r:embed="rId3">
            <a:alphaModFix/>
          </a:blip>
          <a:stretch>
            <a:fillRect/>
          </a:stretch>
        </p:blipFill>
        <p:spPr>
          <a:xfrm>
            <a:off x="1355425" y="791797"/>
            <a:ext cx="6587751" cy="3701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60"/>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441" name="Google Shape;441;p60"/>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42" name="Google Shape;442;p60"/>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ViT - Memory: GPU mem + System RAM  (A100 vs Jetson MAXN/25W/15W)</a:t>
            </a:r>
          </a:p>
        </p:txBody>
      </p:sp>
      <p:sp>
        <p:nvSpPr>
          <p:cNvPr id="443" name="Google Shape;443;p60"/>
          <p:cNvSpPr txBox="1">
            <a:spLocks noGrp="1"/>
          </p:cNvSpPr>
          <p:nvPr>
            <p:ph type="title"/>
          </p:nvPr>
        </p:nvSpPr>
        <p:spPr>
          <a:xfrm>
            <a:off x="305900" y="74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44" name="Picture 443" descr="gpu_mem.png"/>
          <p:cNvPicPr>
            <a:picLocks noChangeAspect="1"/>
          </p:cNvPicPr>
          <p:nvPr/>
        </p:nvPicPr>
        <p:blipFill>
          <a:blip r:embed="rId3"/>
          <a:stretch>
            <a:fillRect/>
          </a:stretch>
        </p:blipFill>
        <p:spPr>
          <a:xfrm>
            <a:off x="365760" y="1371600"/>
            <a:ext cx="4114800" cy="2560320"/>
          </a:xfrm>
          <a:prstGeom prst="rect">
            <a:avLst/>
          </a:prstGeom>
        </p:spPr>
      </p:pic>
      <p:pic>
        <p:nvPicPr>
          <p:cNvPr id="445" name="Picture 444" descr="system_ram.png"/>
          <p:cNvPicPr>
            <a:picLocks noChangeAspect="1"/>
          </p:cNvPicPr>
          <p:nvPr/>
        </p:nvPicPr>
        <p:blipFill>
          <a:blip r:embed="rId4"/>
          <a:stretch>
            <a:fillRect/>
          </a:stretch>
        </p:blipFill>
        <p:spPr>
          <a:xfrm>
            <a:off x="4663440" y="1371600"/>
            <a:ext cx="4114800" cy="2560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61"/>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450" name="Google Shape;450;p61"/>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51" name="Google Shape;451;p61"/>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ViT - Latency  (A100 vs Jetson MAXN / 25W / 15W)</a:t>
            </a:r>
          </a:p>
        </p:txBody>
      </p:sp>
      <p:sp>
        <p:nvSpPr>
          <p:cNvPr id="452" name="Google Shape;452;p61"/>
          <p:cNvSpPr txBox="1">
            <a:spLocks noGrp="1"/>
          </p:cNvSpPr>
          <p:nvPr>
            <p:ph type="title"/>
          </p:nvPr>
        </p:nvSpPr>
        <p:spPr>
          <a:xfrm>
            <a:off x="305900" y="74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53" name="Picture 452" descr="latency.png"/>
          <p:cNvPicPr>
            <a:picLocks noChangeAspect="1"/>
          </p:cNvPicPr>
          <p:nvPr/>
        </p:nvPicPr>
        <p:blipFill>
          <a:blip r:embed="rId3"/>
          <a:stretch>
            <a:fillRect/>
          </a:stretch>
        </p:blipFill>
        <p:spPr>
          <a:xfrm>
            <a:off x="1188720" y="868680"/>
            <a:ext cx="6766560" cy="4206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2"/>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459" name="Google Shape;459;p62"/>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60" name="Google Shape;460;p62"/>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ViT - Energy  (A100 vs Jetson MAXN / 25W / 15W)</a:t>
            </a:r>
          </a:p>
        </p:txBody>
      </p:sp>
      <p:sp>
        <p:nvSpPr>
          <p:cNvPr id="461" name="Google Shape;461;p62"/>
          <p:cNvSpPr txBox="1">
            <a:spLocks noGrp="1"/>
          </p:cNvSpPr>
          <p:nvPr>
            <p:ph type="title"/>
          </p:nvPr>
        </p:nvSpPr>
        <p:spPr>
          <a:xfrm>
            <a:off x="228600" y="71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62" name="Picture 461" descr="energy.png"/>
          <p:cNvPicPr>
            <a:picLocks noChangeAspect="1"/>
          </p:cNvPicPr>
          <p:nvPr/>
        </p:nvPicPr>
        <p:blipFill>
          <a:blip r:embed="rId3"/>
          <a:stretch>
            <a:fillRect/>
          </a:stretch>
        </p:blipFill>
        <p:spPr>
          <a:xfrm>
            <a:off x="1188720" y="868680"/>
            <a:ext cx="6766560" cy="4206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ViT - Power consumption  (Jetson MAXN / 25W / 15W)</a:t>
            </a:r>
          </a:p>
        </p:txBody>
      </p:sp>
      <p:sp>
        <p:nvSpPr>
          <p:cNvPr id="3" name="Text Placeholder 2"/>
          <p:cNvSpPr>
            <a:spLocks noGrp="1"/>
          </p:cNvSpPr>
          <p:nvPr>
            <p:ph type="body" idx="1"/>
          </p:nvPr>
        </p:nvSpPr>
        <p:spPr/>
        <p:txBody>
          <a:bodyPr/>
          <a:lstStyle/>
          <a:p>
            <a:endParaRPr/>
          </a:p>
        </p:txBody>
      </p:sp>
      <p:sp>
        <p:nvSpPr>
          <p:cNvPr id="4" name="Text Placeholder 3"/>
          <p:cNvSpPr>
            <a:spLocks noGrp="1"/>
          </p:cNvSpPr>
          <p:nvPr>
            <p:ph type="body" idx="2"/>
          </p:nvPr>
        </p:nvSpPr>
        <p:spPr/>
        <p:txBody>
          <a:bodyPr/>
          <a:lstStyle/>
          <a:p>
            <a:endParaRPr/>
          </a:p>
        </p:txBody>
      </p:sp>
      <p:sp>
        <p:nvSpPr>
          <p:cNvPr id="5" name="Text Placeholder 4"/>
          <p:cNvSpPr>
            <a:spLocks noGrp="1"/>
          </p:cNvSpPr>
          <p:nvPr>
            <p:ph type="body" idx="3"/>
          </p:nvPr>
        </p:nvSpPr>
        <p:spPr/>
        <p:txBody>
          <a:bodyPr/>
          <a:lstStyle/>
          <a:p>
            <a:endParaRPr/>
          </a:p>
        </p:txBody>
      </p:sp>
      <p:sp>
        <p:nvSpPr>
          <p:cNvPr id="6" name="Text Placeholder 5"/>
          <p:cNvSpPr>
            <a:spLocks noGrp="1"/>
          </p:cNvSpPr>
          <p:nvPr>
            <p:ph type="body" idx="4"/>
          </p:nvPr>
        </p:nvSpPr>
        <p:spPr/>
        <p:txBody>
          <a:bodyPr/>
          <a:lstStyle/>
          <a:p>
            <a:endParaRPr/>
          </a:p>
        </p:txBody>
      </p:sp>
      <p:sp>
        <p:nvSpPr>
          <p:cNvPr id="7" name="Text Placeholder 6"/>
          <p:cNvSpPr>
            <a:spLocks noGrp="1"/>
          </p:cNvSpPr>
          <p:nvPr>
            <p:ph type="body" idx="5"/>
          </p:nvPr>
        </p:nvSpPr>
        <p:spPr/>
        <p:txBody>
          <a:bodyPr/>
          <a:lstStyle/>
          <a:p>
            <a:endParaRPr/>
          </a:p>
        </p:txBody>
      </p:sp>
      <p:pic>
        <p:nvPicPr>
          <p:cNvPr id="8" name="Picture 7" descr="power_without_a100.png"/>
          <p:cNvPicPr>
            <a:picLocks noChangeAspect="1"/>
          </p:cNvPicPr>
          <p:nvPr/>
        </p:nvPicPr>
        <p:blipFill>
          <a:blip r:embed="rId2"/>
          <a:stretch>
            <a:fillRect/>
          </a:stretch>
        </p:blipFill>
        <p:spPr>
          <a:xfrm>
            <a:off x="1188720" y="868680"/>
            <a:ext cx="6766560" cy="4206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68" name="Google Shape;468;p63"/>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69" name="Google Shape;469;p63"/>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A100 Result of Lens probing- YoloV9 Gelan Averaged over 1 data (Quality)</a:t>
            </a:r>
            <a:endParaRPr/>
          </a:p>
        </p:txBody>
      </p:sp>
      <p:sp>
        <p:nvSpPr>
          <p:cNvPr id="470" name="Google Shape;470;p63"/>
          <p:cNvSpPr txBox="1">
            <a:spLocks noGrp="1"/>
          </p:cNvSpPr>
          <p:nvPr>
            <p:ph type="title"/>
          </p:nvPr>
        </p:nvSpPr>
        <p:spPr>
          <a:xfrm>
            <a:off x="228600" y="71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71" name="Google Shape;471;p63"/>
          <p:cNvPicPr preferRelativeResize="0"/>
          <p:nvPr/>
        </p:nvPicPr>
        <p:blipFill>
          <a:blip r:embed="rId3">
            <a:alphaModFix/>
          </a:blip>
          <a:stretch>
            <a:fillRect/>
          </a:stretch>
        </p:blipFill>
        <p:spPr>
          <a:xfrm>
            <a:off x="4606950" y="1386475"/>
            <a:ext cx="4022699" cy="2260325"/>
          </a:xfrm>
          <a:prstGeom prst="rect">
            <a:avLst/>
          </a:prstGeom>
          <a:noFill/>
          <a:ln>
            <a:noFill/>
          </a:ln>
        </p:spPr>
      </p:pic>
      <p:pic>
        <p:nvPicPr>
          <p:cNvPr id="472" name="Google Shape;472;p63"/>
          <p:cNvPicPr preferRelativeResize="0"/>
          <p:nvPr/>
        </p:nvPicPr>
        <p:blipFill>
          <a:blip r:embed="rId4">
            <a:alphaModFix/>
          </a:blip>
          <a:stretch>
            <a:fillRect/>
          </a:stretch>
        </p:blipFill>
        <p:spPr>
          <a:xfrm>
            <a:off x="709175" y="1386475"/>
            <a:ext cx="3897774" cy="2190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4"/>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78" name="Google Shape;478;p64"/>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79" name="Google Shape;479;p64"/>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YOLOv9 - Memory: GPU mem + System RAM  (A100 vs Jetson MAXN/25W/15W)</a:t>
            </a:r>
          </a:p>
        </p:txBody>
      </p:sp>
      <p:pic>
        <p:nvPicPr>
          <p:cNvPr id="480" name="Picture 479" descr="gpu_mem.png"/>
          <p:cNvPicPr>
            <a:picLocks noChangeAspect="1"/>
          </p:cNvPicPr>
          <p:nvPr/>
        </p:nvPicPr>
        <p:blipFill>
          <a:blip r:embed="rId3"/>
          <a:stretch>
            <a:fillRect/>
          </a:stretch>
        </p:blipFill>
        <p:spPr>
          <a:xfrm>
            <a:off x="365760" y="1371600"/>
            <a:ext cx="4114800" cy="2560320"/>
          </a:xfrm>
          <a:prstGeom prst="rect">
            <a:avLst/>
          </a:prstGeom>
        </p:spPr>
      </p:pic>
      <p:pic>
        <p:nvPicPr>
          <p:cNvPr id="481" name="Picture 480" descr="system_ram.png"/>
          <p:cNvPicPr>
            <a:picLocks noChangeAspect="1"/>
          </p:cNvPicPr>
          <p:nvPr/>
        </p:nvPicPr>
        <p:blipFill>
          <a:blip r:embed="rId4"/>
          <a:stretch>
            <a:fillRect/>
          </a:stretch>
        </p:blipFill>
        <p:spPr>
          <a:xfrm>
            <a:off x="4663440" y="1371600"/>
            <a:ext cx="4114800" cy="25603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5"/>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86" name="Google Shape;486;p65"/>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87" name="Google Shape;487;p65"/>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YOLOv9 - Latency  (A100 vs Jetson MAXN / 25W / 15W)</a:t>
            </a:r>
          </a:p>
        </p:txBody>
      </p:sp>
      <p:sp>
        <p:nvSpPr>
          <p:cNvPr id="488" name="Google Shape;488;p65"/>
          <p:cNvSpPr txBox="1">
            <a:spLocks noGrp="1"/>
          </p:cNvSpPr>
          <p:nvPr>
            <p:ph type="title"/>
          </p:nvPr>
        </p:nvSpPr>
        <p:spPr>
          <a:xfrm>
            <a:off x="305900" y="74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89" name="Picture 488" descr="latency.png"/>
          <p:cNvPicPr>
            <a:picLocks noChangeAspect="1"/>
          </p:cNvPicPr>
          <p:nvPr/>
        </p:nvPicPr>
        <p:blipFill>
          <a:blip r:embed="rId3"/>
          <a:stretch>
            <a:fillRect/>
          </a:stretch>
        </p:blipFill>
        <p:spPr>
          <a:xfrm>
            <a:off x="1188720" y="868680"/>
            <a:ext cx="6766560" cy="42062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6"/>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95" name="Google Shape;495;p66"/>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496" name="Google Shape;496;p66"/>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r>
              <a:rPr sz="2000"/>
              <a:t>YOLOv9 - Energy  (A100 vs Jetson MAXN / 25W / 15W)</a:t>
            </a:r>
          </a:p>
        </p:txBody>
      </p:sp>
      <p:sp>
        <p:nvSpPr>
          <p:cNvPr id="497" name="Google Shape;497;p66"/>
          <p:cNvSpPr txBox="1">
            <a:spLocks noGrp="1"/>
          </p:cNvSpPr>
          <p:nvPr>
            <p:ph type="title"/>
          </p:nvPr>
        </p:nvSpPr>
        <p:spPr>
          <a:xfrm>
            <a:off x="228600" y="713150"/>
            <a:ext cx="8686800" cy="35472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endParaRPr sz="2000"/>
          </a:p>
          <a:p>
            <a:pPr marL="0" marR="381000" lvl="0" indent="0" algn="l" rtl="0">
              <a:lnSpc>
                <a:spcPct val="115000"/>
              </a:lnSpc>
              <a:spcBef>
                <a:spcPts val="1200"/>
              </a:spcBef>
              <a:spcAft>
                <a:spcPts val="0"/>
              </a:spcAft>
              <a:buNone/>
            </a:pPr>
            <a:endParaRPr sz="2000"/>
          </a:p>
          <a:p>
            <a:pPr marL="0" lvl="0" indent="0" algn="l" rtl="0">
              <a:spcBef>
                <a:spcPts val="1200"/>
              </a:spcBef>
              <a:spcAft>
                <a:spcPts val="0"/>
              </a:spcAft>
              <a:buNone/>
            </a:pPr>
            <a:endParaRPr sz="2000"/>
          </a:p>
        </p:txBody>
      </p:sp>
      <p:pic>
        <p:nvPicPr>
          <p:cNvPr id="498" name="Picture 497" descr="energy.png"/>
          <p:cNvPicPr>
            <a:picLocks noChangeAspect="1"/>
          </p:cNvPicPr>
          <p:nvPr/>
        </p:nvPicPr>
        <p:blipFill>
          <a:blip r:embed="rId3"/>
          <a:stretch>
            <a:fillRect/>
          </a:stretch>
        </p:blipFill>
        <p:spPr>
          <a:xfrm>
            <a:off x="1188720" y="868680"/>
            <a:ext cx="6766560" cy="42062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YOLOv9 - Power consumption  (Jetson MAXN / 25W / 15W)</a:t>
            </a:r>
          </a:p>
        </p:txBody>
      </p:sp>
      <p:sp>
        <p:nvSpPr>
          <p:cNvPr id="3" name="Text Placeholder 2"/>
          <p:cNvSpPr>
            <a:spLocks noGrp="1"/>
          </p:cNvSpPr>
          <p:nvPr>
            <p:ph type="body" idx="1"/>
          </p:nvPr>
        </p:nvSpPr>
        <p:spPr/>
        <p:txBody>
          <a:bodyPr/>
          <a:lstStyle/>
          <a:p>
            <a:endParaRPr/>
          </a:p>
        </p:txBody>
      </p:sp>
      <p:sp>
        <p:nvSpPr>
          <p:cNvPr id="4" name="Text Placeholder 3"/>
          <p:cNvSpPr>
            <a:spLocks noGrp="1"/>
          </p:cNvSpPr>
          <p:nvPr>
            <p:ph type="body" idx="2"/>
          </p:nvPr>
        </p:nvSpPr>
        <p:spPr/>
        <p:txBody>
          <a:bodyPr/>
          <a:lstStyle/>
          <a:p>
            <a:endParaRPr/>
          </a:p>
        </p:txBody>
      </p:sp>
      <p:sp>
        <p:nvSpPr>
          <p:cNvPr id="5" name="Text Placeholder 4"/>
          <p:cNvSpPr>
            <a:spLocks noGrp="1"/>
          </p:cNvSpPr>
          <p:nvPr>
            <p:ph type="body" idx="3"/>
          </p:nvPr>
        </p:nvSpPr>
        <p:spPr/>
        <p:txBody>
          <a:bodyPr/>
          <a:lstStyle/>
          <a:p>
            <a:endParaRPr/>
          </a:p>
        </p:txBody>
      </p:sp>
      <p:sp>
        <p:nvSpPr>
          <p:cNvPr id="6" name="Text Placeholder 5"/>
          <p:cNvSpPr>
            <a:spLocks noGrp="1"/>
          </p:cNvSpPr>
          <p:nvPr>
            <p:ph type="body" idx="4"/>
          </p:nvPr>
        </p:nvSpPr>
        <p:spPr/>
        <p:txBody>
          <a:bodyPr/>
          <a:lstStyle/>
          <a:p>
            <a:endParaRPr/>
          </a:p>
        </p:txBody>
      </p:sp>
      <p:sp>
        <p:nvSpPr>
          <p:cNvPr id="7" name="Text Placeholder 6"/>
          <p:cNvSpPr>
            <a:spLocks noGrp="1"/>
          </p:cNvSpPr>
          <p:nvPr>
            <p:ph type="body" idx="5"/>
          </p:nvPr>
        </p:nvSpPr>
        <p:spPr/>
        <p:txBody>
          <a:bodyPr/>
          <a:lstStyle/>
          <a:p>
            <a:endParaRPr/>
          </a:p>
        </p:txBody>
      </p:sp>
      <p:pic>
        <p:nvPicPr>
          <p:cNvPr id="8" name="Picture 7" descr="power_without_a100.png"/>
          <p:cNvPicPr>
            <a:picLocks noChangeAspect="1"/>
          </p:cNvPicPr>
          <p:nvPr/>
        </p:nvPicPr>
        <p:blipFill>
          <a:blip r:embed="rId2"/>
          <a:stretch>
            <a:fillRect/>
          </a:stretch>
        </p:blipFill>
        <p:spPr>
          <a:xfrm>
            <a:off x="1188720" y="868680"/>
            <a:ext cx="6766560" cy="42062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Llama-3.2-1B - Latency  (A100 vs Jetson MAXN / 25W / 15W)</a:t>
            </a:r>
          </a:p>
        </p:txBody>
      </p:sp>
      <p:pic>
        <p:nvPicPr>
          <p:cNvPr id="3" name="Picture 2" descr="latency.png"/>
          <p:cNvPicPr>
            <a:picLocks noChangeAspect="1"/>
          </p:cNvPicPr>
          <p:nvPr/>
        </p:nvPicPr>
        <p:blipFill>
          <a:blip r:embed="rId2"/>
          <a:stretch>
            <a:fillRect/>
          </a:stretch>
        </p:blipFill>
        <p:spPr>
          <a:xfrm>
            <a:off x="1188720" y="868680"/>
            <a:ext cx="6766560" cy="42062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Llama-3.2-1B - Energy  (A100 vs Jetson MAXN / 25W / 15W)</a:t>
            </a:r>
          </a:p>
        </p:txBody>
      </p:sp>
      <p:pic>
        <p:nvPicPr>
          <p:cNvPr id="3" name="Picture 2" descr="energy.png"/>
          <p:cNvPicPr>
            <a:picLocks noChangeAspect="1"/>
          </p:cNvPicPr>
          <p:nvPr/>
        </p:nvPicPr>
        <p:blipFill>
          <a:blip r:embed="rId2"/>
          <a:stretch>
            <a:fillRect/>
          </a:stretch>
        </p:blipFill>
        <p:spPr>
          <a:xfrm>
            <a:off x="1188720" y="868680"/>
            <a:ext cx="6766560" cy="42062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Llama-3.2-1B - Power consumption  (Jetson MAXN / 25W / 15W)</a:t>
            </a:r>
          </a:p>
        </p:txBody>
      </p:sp>
      <p:sp>
        <p:nvSpPr>
          <p:cNvPr id="3" name="Text Placeholder 2"/>
          <p:cNvSpPr>
            <a:spLocks noGrp="1"/>
          </p:cNvSpPr>
          <p:nvPr>
            <p:ph type="body" idx="1"/>
          </p:nvPr>
        </p:nvSpPr>
        <p:spPr/>
        <p:txBody>
          <a:bodyPr/>
          <a:lstStyle/>
          <a:p>
            <a:endParaRPr/>
          </a:p>
        </p:txBody>
      </p:sp>
      <p:sp>
        <p:nvSpPr>
          <p:cNvPr id="4" name="Text Placeholder 3"/>
          <p:cNvSpPr>
            <a:spLocks noGrp="1"/>
          </p:cNvSpPr>
          <p:nvPr>
            <p:ph type="body" idx="2"/>
          </p:nvPr>
        </p:nvSpPr>
        <p:spPr/>
        <p:txBody>
          <a:bodyPr/>
          <a:lstStyle/>
          <a:p>
            <a:endParaRPr/>
          </a:p>
        </p:txBody>
      </p:sp>
      <p:sp>
        <p:nvSpPr>
          <p:cNvPr id="5" name="Text Placeholder 4"/>
          <p:cNvSpPr>
            <a:spLocks noGrp="1"/>
          </p:cNvSpPr>
          <p:nvPr>
            <p:ph type="body" idx="3"/>
          </p:nvPr>
        </p:nvSpPr>
        <p:spPr/>
        <p:txBody>
          <a:bodyPr/>
          <a:lstStyle/>
          <a:p>
            <a:endParaRPr/>
          </a:p>
        </p:txBody>
      </p:sp>
      <p:sp>
        <p:nvSpPr>
          <p:cNvPr id="6" name="Text Placeholder 5"/>
          <p:cNvSpPr>
            <a:spLocks noGrp="1"/>
          </p:cNvSpPr>
          <p:nvPr>
            <p:ph type="body" idx="4"/>
          </p:nvPr>
        </p:nvSpPr>
        <p:spPr/>
        <p:txBody>
          <a:bodyPr/>
          <a:lstStyle/>
          <a:p>
            <a:endParaRPr/>
          </a:p>
        </p:txBody>
      </p:sp>
      <p:sp>
        <p:nvSpPr>
          <p:cNvPr id="7" name="Text Placeholder 6"/>
          <p:cNvSpPr>
            <a:spLocks noGrp="1"/>
          </p:cNvSpPr>
          <p:nvPr>
            <p:ph type="body" idx="5"/>
          </p:nvPr>
        </p:nvSpPr>
        <p:spPr/>
        <p:txBody>
          <a:bodyPr/>
          <a:lstStyle/>
          <a:p>
            <a:endParaRPr/>
          </a:p>
        </p:txBody>
      </p:sp>
      <p:pic>
        <p:nvPicPr>
          <p:cNvPr id="8" name="Picture 7" descr="power_without_a100.png"/>
          <p:cNvPicPr>
            <a:picLocks noChangeAspect="1"/>
          </p:cNvPicPr>
          <p:nvPr/>
        </p:nvPicPr>
        <p:blipFill>
          <a:blip r:embed="rId2"/>
          <a:stretch>
            <a:fillRect/>
          </a:stretch>
        </p:blipFill>
        <p:spPr>
          <a:xfrm>
            <a:off x="1188720" y="868680"/>
            <a:ext cx="6766560" cy="42062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Llama-3.2-1B - Memory: GPU mem + System RAM  (A100 vs Jetson MAXN/25W/15W)</a:t>
            </a:r>
          </a:p>
        </p:txBody>
      </p:sp>
      <p:pic>
        <p:nvPicPr>
          <p:cNvPr id="3" name="Picture 2" descr="gpu_mem.png"/>
          <p:cNvPicPr>
            <a:picLocks noChangeAspect="1"/>
          </p:cNvPicPr>
          <p:nvPr/>
        </p:nvPicPr>
        <p:blipFill>
          <a:blip r:embed="rId2"/>
          <a:stretch>
            <a:fillRect/>
          </a:stretch>
        </p:blipFill>
        <p:spPr>
          <a:xfrm>
            <a:off x="365760" y="1371600"/>
            <a:ext cx="4114800" cy="2560320"/>
          </a:xfrm>
          <a:prstGeom prst="rect">
            <a:avLst/>
          </a:prstGeom>
        </p:spPr>
      </p:pic>
      <p:pic>
        <p:nvPicPr>
          <p:cNvPr id="4" name="Picture 3" descr="system_ram.png"/>
          <p:cNvPicPr>
            <a:picLocks noChangeAspect="1"/>
          </p:cNvPicPr>
          <p:nvPr/>
        </p:nvPicPr>
        <p:blipFill>
          <a:blip r:embed="rId3"/>
          <a:stretch>
            <a:fillRect/>
          </a:stretch>
        </p:blipFill>
        <p:spPr>
          <a:xfrm>
            <a:off x="4663440" y="1371600"/>
            <a:ext cx="4114800" cy="25603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000"/>
              <a:t>Known Knobs &amp; Objective</a:t>
            </a:r>
          </a:p>
        </p:txBody>
      </p:sp>
      <p:sp>
        <p:nvSpPr>
          <p:cNvPr id="3" name="Text Placeholder 2"/>
          <p:cNvSpPr>
            <a:spLocks noGrp="1"/>
          </p:cNvSpPr>
          <p:nvPr>
            <p:ph type="body" idx="1"/>
          </p:nvPr>
        </p:nvSpPr>
        <p:spPr/>
        <p:txBody>
          <a:bodyPr/>
          <a:lstStyle/>
          <a:p>
            <a:r>
              <a:rPr sz="1200" dirty="0"/>
              <a:t>Known knob: which early exit to take, chosen per model.</a:t>
            </a:r>
          </a:p>
          <a:p>
            <a:r>
              <a:rPr sz="1200" dirty="0"/>
              <a:t>Cost variables: memory, energy, latency.</a:t>
            </a:r>
          </a:p>
          <a:p>
            <a:r>
              <a:rPr sz="1200" dirty="0"/>
              <a:t>Output: select from acceptable (minimum) up to maximum quality, traded against memory, energy and latency.</a:t>
            </a:r>
          </a:p>
          <a:p>
            <a:r>
              <a:rPr sz="1200" dirty="0"/>
              <a:t>Purpose: optimal multi-tenant scheduling of multiple early-exit models on one device.</a:t>
            </a:r>
          </a:p>
        </p:txBody>
      </p:sp>
      <p:sp>
        <p:nvSpPr>
          <p:cNvPr id="4" name="Text Placeholder 3"/>
          <p:cNvSpPr>
            <a:spLocks noGrp="1"/>
          </p:cNvSpPr>
          <p:nvPr>
            <p:ph type="body" idx="2"/>
          </p:nvPr>
        </p:nvSpPr>
        <p:spPr/>
        <p:txBody>
          <a:bodyPr/>
          <a:lstStyle/>
          <a:p>
            <a:endParaRPr/>
          </a:p>
        </p:txBody>
      </p:sp>
      <p:sp>
        <p:nvSpPr>
          <p:cNvPr id="5" name="Text Placeholder 4"/>
          <p:cNvSpPr>
            <a:spLocks noGrp="1"/>
          </p:cNvSpPr>
          <p:nvPr>
            <p:ph type="body" idx="3"/>
          </p:nvPr>
        </p:nvSpPr>
        <p:spPr/>
        <p:txBody>
          <a:bodyPr/>
          <a:lstStyle/>
          <a:p>
            <a:endParaRPr/>
          </a:p>
        </p:txBody>
      </p:sp>
      <p:sp>
        <p:nvSpPr>
          <p:cNvPr id="6" name="Text Placeholder 5"/>
          <p:cNvSpPr>
            <a:spLocks noGrp="1"/>
          </p:cNvSpPr>
          <p:nvPr>
            <p:ph type="body" idx="4"/>
          </p:nvPr>
        </p:nvSpPr>
        <p:spPr/>
        <p:txBody>
          <a:bodyPr/>
          <a:lstStyle/>
          <a:p>
            <a:endParaRPr/>
          </a:p>
        </p:txBody>
      </p:sp>
      <p:sp>
        <p:nvSpPr>
          <p:cNvPr id="7" name="Text Placeholder 6"/>
          <p:cNvSpPr>
            <a:spLocks noGrp="1"/>
          </p:cNvSpPr>
          <p:nvPr>
            <p:ph type="body" idx="5"/>
          </p:nvPr>
        </p:nvSpPr>
        <p:spPr/>
        <p:txBody>
          <a:bodyPr/>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7"/>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04" name="Google Shape;504;p67"/>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505" name="Google Shape;505;p67"/>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Current State</a:t>
            </a:r>
            <a:endParaRPr/>
          </a:p>
        </p:txBody>
      </p:sp>
      <p:sp>
        <p:nvSpPr>
          <p:cNvPr id="506" name="Google Shape;506;p67"/>
          <p:cNvSpPr txBox="1">
            <a:spLocks noGrp="1"/>
          </p:cNvSpPr>
          <p:nvPr>
            <p:ph type="title"/>
          </p:nvPr>
        </p:nvSpPr>
        <p:spPr>
          <a:xfrm>
            <a:off x="228600" y="710025"/>
            <a:ext cx="8686800" cy="3547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sz="1400"/>
              <a:t>Have: early-exit models; NAS to pick the per-model exits.</a:t>
            </a:r>
            <a:endParaRPr sz="1600"/>
          </a:p>
          <a:p>
            <a:r>
              <a:rPr sz="1400"/>
              <a:t>Problem: multi-tenancy. Cost is driven by the models already running.</a:t>
            </a:r>
          </a:p>
          <a:p>
            <a:r>
              <a:rPr sz="1400"/>
              <a:t>Profiling: a model best exit depends on the other models sharing the device, so exits can be co-optimized.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8"/>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sz="2000"/>
              <a:t>None</a:t>
            </a:r>
            <a:endParaRPr/>
          </a:p>
        </p:txBody>
      </p:sp>
      <p:sp>
        <p:nvSpPr>
          <p:cNvPr id="512" name="Google Shape;512;p68"/>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513" name="Google Shape;513;p68"/>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Obstacle </a:t>
            </a:r>
            <a:endParaRPr/>
          </a:p>
        </p:txBody>
      </p:sp>
      <p:sp>
        <p:nvSpPr>
          <p:cNvPr id="514" name="Google Shape;514;p68"/>
          <p:cNvSpPr txBox="1">
            <a:spLocks noGrp="1"/>
          </p:cNvSpPr>
          <p:nvPr>
            <p:ph type="title"/>
          </p:nvPr>
        </p:nvSpPr>
        <p:spPr>
          <a:xfrm>
            <a:off x="228600" y="743150"/>
            <a:ext cx="8686800" cy="354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9"/>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20" name="Google Shape;520;p69"/>
          <p:cNvSpPr txBox="1">
            <a:spLocks noGrp="1"/>
          </p:cNvSpPr>
          <p:nvPr>
            <p:ph type="title"/>
          </p:nvPr>
        </p:nvSpPr>
        <p:spPr>
          <a:xfrm>
            <a:off x="166475" y="765000"/>
            <a:ext cx="8686800" cy="3547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sz="1400"/>
              <a:t>Run multiple early-exit models concurrently (multi-tenant).</a:t>
            </a:r>
            <a:endParaRPr sz="1600"/>
          </a:p>
          <a:p>
            <a:r>
              <a:rPr sz="1400"/>
              <a:t>Collect per-exit metrics under contention: power consumption, energy, latency, memory.</a:t>
            </a:r>
          </a:p>
          <a:p>
            <a:r>
              <a:rPr sz="1400"/>
              <a:t>Use the profiles to schedule exits across tenants under the shared cost budget.</a:t>
            </a:r>
          </a:p>
        </p:txBody>
      </p:sp>
      <p:sp>
        <p:nvSpPr>
          <p:cNvPr id="521" name="Google Shape;521;p69"/>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522" name="Google Shape;522;p69"/>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What will be done next week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70"/>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528" name="Google Shape;528;p70"/>
          <p:cNvSpPr txBox="1">
            <a:spLocks noGrp="1"/>
          </p:cNvSpPr>
          <p:nvPr>
            <p:ph type="title"/>
          </p:nvPr>
        </p:nvSpPr>
        <p:spPr>
          <a:xfrm>
            <a:off x="191050" y="756800"/>
            <a:ext cx="8686800" cy="3547200"/>
          </a:xfrm>
          <a:prstGeom prst="rect">
            <a:avLst/>
          </a:prstGeom>
        </p:spPr>
        <p:txBody>
          <a:bodyPr spcFirstLastPara="1" wrap="square" lIns="91425" tIns="91425" rIns="91425" bIns="91425" anchor="t" anchorCtr="0">
            <a:noAutofit/>
          </a:bodyPr>
          <a:lstStyle/>
          <a:p>
            <a:pPr marL="457200" lvl="0" indent="457200" algn="l" rtl="0">
              <a:spcBef>
                <a:spcPts val="0"/>
              </a:spcBef>
              <a:spcAft>
                <a:spcPts val="0"/>
              </a:spcAft>
              <a:buNone/>
            </a:pPr>
            <a:r>
              <a:rPr lang="en" sz="1000"/>
              <a:t>Zhang, L., Song, J., Gao, A., Chen, J., Bao, C. and Ma, K., 2019. Be your own teacher: Improve the performance of convolutional neural networks via self distillation. In Proceedings of the IEEE/CVF international conference on computer vision (pp. 3713-3722).</a:t>
            </a:r>
            <a:endParaRPr sz="1000"/>
          </a:p>
          <a:p>
            <a:pPr marL="457200" lvl="0" indent="457200" algn="l" rtl="0">
              <a:spcBef>
                <a:spcPts val="0"/>
              </a:spcBef>
              <a:spcAft>
                <a:spcPts val="0"/>
              </a:spcAft>
              <a:buNone/>
            </a:pPr>
            <a:endParaRPr sz="1000"/>
          </a:p>
          <a:p>
            <a:pPr marL="457200" lvl="0" indent="457200" algn="l" rtl="0">
              <a:spcBef>
                <a:spcPts val="0"/>
              </a:spcBef>
              <a:spcAft>
                <a:spcPts val="0"/>
              </a:spcAft>
              <a:buNone/>
            </a:pPr>
            <a:r>
              <a:rPr lang="en" sz="1000"/>
              <a:t>Liu, J., Tang, P., Hou, X., Li, C. and Heng, P.A., 2024, November. LoRAExit: empowering dynamic modulation of llms in resource-limited settings using low-rank adapters. In Findings of the Association for Computational Linguistics: EMNLP 2024 (pp. 9211-9225).</a:t>
            </a:r>
            <a:endParaRPr sz="1000"/>
          </a:p>
        </p:txBody>
      </p:sp>
      <p:sp>
        <p:nvSpPr>
          <p:cNvPr id="529" name="Google Shape;529;p70"/>
          <p:cNvSpPr txBox="1">
            <a:spLocks noGrp="1"/>
          </p:cNvSpPr>
          <p:nvPr>
            <p:ph type="body" idx="3"/>
          </p:nvPr>
        </p:nvSpPr>
        <p:spPr>
          <a:xfrm>
            <a:off x="228600" y="46790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Hassan Khoury ©</a:t>
            </a:r>
            <a:endParaRPr/>
          </a:p>
        </p:txBody>
      </p:sp>
      <p:sp>
        <p:nvSpPr>
          <p:cNvPr id="530" name="Google Shape;530;p70"/>
          <p:cNvSpPr txBox="1">
            <a:spLocks noGrp="1"/>
          </p:cNvSpPr>
          <p:nvPr>
            <p:ph type="title"/>
          </p:nvPr>
        </p:nvSpPr>
        <p:spPr>
          <a:xfrm>
            <a:off x="305900" y="197975"/>
            <a:ext cx="8686800" cy="6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Bibliography</a:t>
            </a:r>
            <a:endParaRPr/>
          </a:p>
        </p:txBody>
      </p:sp>
    </p:spTree>
  </p:cSld>
  <p:clrMapOvr>
    <a:masterClrMapping/>
  </p:clrMapOvr>
</p:sld>
</file>

<file path=ppt/theme/theme1.xml><?xml version="1.0" encoding="utf-8"?>
<a:theme xmlns:a="http://schemas.openxmlformats.org/drawingml/2006/main" name="Portfolio">
  <a:themeElements>
    <a:clrScheme name="Simple Light">
      <a:dk1>
        <a:srgbClr val="133817"/>
      </a:dk1>
      <a:lt1>
        <a:srgbClr val="E9EBE8"/>
      </a:lt1>
      <a:dk2>
        <a:srgbClr val="C2C7C0"/>
      </a:dk2>
      <a:lt2>
        <a:srgbClr val="EE7630"/>
      </a:lt2>
      <a:accent1>
        <a:srgbClr val="000000"/>
      </a:accent1>
      <a:accent2>
        <a:srgbClr val="931F1D"/>
      </a:accent2>
      <a:accent3>
        <a:srgbClr val="4F7CAC"/>
      </a:accent3>
      <a:accent4>
        <a:srgbClr val="C287E8"/>
      </a:accent4>
      <a:accent5>
        <a:srgbClr val="563635"/>
      </a:accent5>
      <a:accent6>
        <a:srgbClr val="63A46C"/>
      </a:accent6>
      <a:hlink>
        <a:srgbClr val="B744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989</Words>
  <Application>Microsoft Office PowerPoint</Application>
  <PresentationFormat>On-screen Show (16:9)</PresentationFormat>
  <Paragraphs>126</Paragraphs>
  <Slides>29</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Gowun Batang</vt:lpstr>
      <vt:lpstr>Portfolio</vt:lpstr>
      <vt:lpstr>Progress Update 8/11/2026</vt:lpstr>
      <vt:lpstr>Last week's plans</vt:lpstr>
      <vt:lpstr>What has been done</vt:lpstr>
      <vt:lpstr>Protocol:   SeGD LoRaExit (Liu, 2024): We put a fresh head on each layer , we freeze the weights  Train deepest exit first on labels quality loss, then walk  downward each shallow exit learns from the exit immediately above it For each stages it the loss is the KL-divergence of logits + quality loss on labels    Pairwise LoRaExit: The sameway for SeGD but we use The deepest layer as a teacher and add feature hint loss.  </vt:lpstr>
      <vt:lpstr>Protocol:  we apply all of the early exit after the transformer every blocks (11)  We use the simplest  method that is using Lens only early exit (No training only Applying exit head on the exit by copying the trained FC to the early exit head)  We measure Hardware Energy Profile, Energy and Memory profile  The model we ran are (LlaMa 3.2 1B, Bert-Large, Yolo v9-Gelan M, Google ViT )  All results are reported as the mean of all of the samples across different tasks </vt:lpstr>
      <vt:lpstr>A100 Result of Lens probing- BERT Averaged over 7 data (Quality ACC)</vt:lpstr>
      <vt:lpstr>BERT - Memory: GPU mem + System RAM  (A100 vs Jetson MAXN/25W/15W)</vt:lpstr>
      <vt:lpstr>BERT - Latency  (A100 vs Jetson MAXN / 25W / 15W)</vt:lpstr>
      <vt:lpstr>BERT - Energy  (A100 vs Jetson MAXN / 25W / 15W)</vt:lpstr>
      <vt:lpstr>BERT - Power consumption  (Jetson MAXN / 25W / 15W)</vt:lpstr>
      <vt:lpstr>A100 Result ViT Averaged over 7 data (Quality)</vt:lpstr>
      <vt:lpstr>ViT - Memory: GPU mem + System RAM  (A100 vs Jetson MAXN/25W/15W)</vt:lpstr>
      <vt:lpstr>ViT - Latency  (A100 vs Jetson MAXN / 25W / 15W)</vt:lpstr>
      <vt:lpstr>ViT - Energy  (A100 vs Jetson MAXN / 25W / 15W)</vt:lpstr>
      <vt:lpstr>ViT - Power consumption  (Jetson MAXN / 25W / 15W)</vt:lpstr>
      <vt:lpstr>A100 Result of Lens probing- YoloV9 Gelan Averaged over 1 data (Quality)</vt:lpstr>
      <vt:lpstr>YOLOv9 - Memory: GPU mem + System RAM  (A100 vs Jetson MAXN/25W/15W)</vt:lpstr>
      <vt:lpstr>YOLOv9 - Latency  (A100 vs Jetson MAXN / 25W / 15W)</vt:lpstr>
      <vt:lpstr>YOLOv9 - Energy  (A100 vs Jetson MAXN / 25W / 15W)</vt:lpstr>
      <vt:lpstr>YOLOv9 - Power consumption  (Jetson MAXN / 25W / 15W)</vt:lpstr>
      <vt:lpstr>Llama-3.2-1B - Latency  (A100 vs Jetson MAXN / 25W / 15W)</vt:lpstr>
      <vt:lpstr>Llama-3.2-1B - Energy  (A100 vs Jetson MAXN / 25W / 15W)</vt:lpstr>
      <vt:lpstr>Llama-3.2-1B - Power consumption  (Jetson MAXN / 25W / 15W)</vt:lpstr>
      <vt:lpstr>Llama-3.2-1B - Memory: GPU mem + System RAM  (A100 vs Jetson MAXN/25W/15W)</vt:lpstr>
      <vt:lpstr>Known Knobs &amp; Objective</vt:lpstr>
      <vt:lpstr>Current State</vt:lpstr>
      <vt:lpstr>Obstacle </vt:lpstr>
      <vt:lpstr>Run multiple early-exit models concurrently (multi-tenant). Collect per-exit metrics under contention: power consumption, energy, latency, memory. Use the profiles to schedule exits across tenants under the shared cost budget.</vt:lpstr>
      <vt:lpstr>Zhang, L., Song, J., Gao, A., Chen, J., Bao, C. and Ma, K., 2019. Be your own teacher: Improve the performance of convolutional neural networks via self distillation. In Proceedings of the IEEE/CVF international conference on computer vision (pp. 3713-3722).  Liu, J., Tang, P., Hou, X., Li, C. and Heng, P.A., 2024, November. LoRAExit: empowering dynamic modulation of llms in resource-limited settings using low-rank adapters. In Findings of the Association for Computational Linguistics: EMNLP 2024 (pp. 9211-9225).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wicaksono leksono</cp:lastModifiedBy>
  <cp:revision>1</cp:revision>
  <dcterms:modified xsi:type="dcterms:W3CDTF">2026-08-19T11:27:42Z</dcterms:modified>
</cp:coreProperties>
</file>